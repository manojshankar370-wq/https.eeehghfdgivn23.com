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1.xml" ContentType="application/vnd.openxmlformats-officedocument.theme+xml"/>
  <Override PartName="/ppt/slideMasters/slideMaster2.xml" ContentType="application/vnd.openxmlformats-officedocument.presentationml.slideMaster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>
  <p:sldMasterIdLst>
    <p:sldMasterId id="2147483648" r:id="rId1"/>
    <p:sldMasterId id="2147483649" r:id="rId2"/>
  </p:sldMasterIdLst>
  <p:notesMasterIdLst>
    <p:notesMasterId r:id="rId3"/>
  </p:notesMasterIdLst>
  <p:sldIdLst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type="screen16x9" cy="6858000" cx="12192000"/>
  <p:notesSz cx="12192000" cy="6858000"/>
  <p:defaultTextStyle>
    <a:defPPr>
      <a:defRPr lang="en-US"/>
    </a:defPPr>
    <a:lvl1pPr algn="l" defTabSz="914400" eaLnBrk="1" hangingPunct="1" latinLnBrk="0" marL="0" rtl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>
  <p:showPr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>
  <p:normalViewPr>
    <p:restoredLeft sz="15620"/>
    <p:restoredTop sz="94660"/>
  </p:normalViewPr>
  <p:slideViewPr>
    <p:cSldViewPr>
      <p:cViewPr varScale="1">
        <p:scale>
          <a:sx n="62" d="100"/>
          <a:sy n="62" d="100"/>
        </p:scale>
        <p:origin x="804" y="5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tableStyles" Target="tableStyles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5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3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/>
        </p:spPr>
        <p:txBody>
          <a:bodyPr bIns="45720" lIns="91440" rIns="91440" rtlCol="0" tIns="45720" vert="horz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1048754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/>
        </p:spPr>
        <p:txBody>
          <a:bodyPr bIns="45720" lIns="91440" rIns="91440" rtlCol="0" tIns="45720" vert="horz"/>
          <a:lstStyle>
            <a:lvl1pPr algn="r">
              <a:defRPr sz="1200"/>
            </a:lvl1pPr>
          </a:lstStyle>
          <a:p>
            <a:fld id="{84B86612-B127-4CD0-BF15-66D49A7175F7}" type="datetimeFigureOut">
              <a:rPr lang="en-IN" smtClean="0"/>
              <a:t>18-08-2025</a:t>
            </a:fld>
            <a:endParaRPr lang="en-IN"/>
          </a:p>
        </p:txBody>
      </p:sp>
      <p:sp>
        <p:nvSpPr>
          <p:cNvPr id="1048755" name="Slide Image Placeholder 3"/>
          <p:cNvSpPr>
            <a:spLocks noChangeAspect="1" noRot="1" noGrp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/>
          <a:noFill/>
          <a:ln w="12700">
            <a:solidFill>
              <a:prstClr val="black"/>
            </a:solidFill>
          </a:ln>
        </p:spPr>
        <p:txBody>
          <a:bodyPr anchor="ctr" bIns="45720" lIns="91440" rIns="91440" rtlCol="0" tIns="45720" vert="horz"/>
          <a:p>
            <a:endParaRPr lang="en-IN"/>
          </a:p>
        </p:txBody>
      </p:sp>
      <p:sp>
        <p:nvSpPr>
          <p:cNvPr id="1048756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/>
        </p:spPr>
        <p:txBody>
          <a:bodyPr bIns="45720" lIns="91440" rIns="91440" rtlCol="0" tIns="45720" vert="horz"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757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/>
        </p:spPr>
        <p:txBody>
          <a:bodyPr anchor="b" bIns="45720" lIns="91440" rIns="91440" rtlCol="0" tIns="45720" vert="horz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1048758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/>
        </p:spPr>
        <p:txBody>
          <a:bodyPr anchor="b" bIns="45720" lIns="91440" rIns="91440" rtlCol="0" tIns="45720" vert="horz"/>
          <a:lstStyle>
            <a:lvl1pPr algn="r">
              <a:defRPr sz="1200"/>
            </a:lvl1pPr>
          </a:lstStyle>
          <a:p>
            <a:fld id="{F7F439ED-1E90-4106-847A-8EF19031FE2F}" type="slidenum">
              <a:rPr lang="en-IN" smtClean="0"/>
              <a:t>‹#›</a:t>
            </a:fld>
            <a:endParaRPr lang="en-IN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defTabSz="914400" eaLnBrk="1" hangingPunct="1" latinLnBrk="0" marL="0" rtl="0">
      <a:defRPr sz="12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2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2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2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2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5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66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IN"/>
          </a:p>
        </p:txBody>
      </p:sp>
      <p:sp>
        <p:nvSpPr>
          <p:cNvPr id="1048667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F7F439ED-1E90-4106-847A-8EF19031FE2F}" type="slidenum">
              <a:rPr lang="en-IN" smtClean="0"/>
              <a:t>1</a:t>
            </a:fld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5" name="Holder 2"/>
          <p:cNvSpPr>
            <a:spLocks noGrp="1"/>
          </p:cNvSpPr>
          <p:nvPr>
            <p:ph type="ctrTitle"/>
          </p:nvPr>
        </p:nvSpPr>
        <p:spPr>
          <a:xfrm>
            <a:off x="3195574" y="2067305"/>
            <a:ext cx="5800851" cy="482600"/>
          </a:xfrm>
          <a:prstGeom prst="rect"/>
        </p:spPr>
        <p:txBody>
          <a:bodyPr bIns="0" lIns="0" rIns="0" tIns="0" wrap="square">
            <a:spAutoFit/>
          </a:bodyPr>
          <a:lstStyle>
            <a:lvl1pPr>
              <a:defRPr b="0" sz="320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1048636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266700"/>
          </a:xfrm>
          <a:prstGeom prst="rect"/>
        </p:spPr>
        <p:txBody>
          <a:bodyPr bIns="0" lIns="0" rIns="0" tIns="0" wrap="square">
            <a:spAutoFit/>
          </a:bodyPr>
          <a:p/>
        </p:txBody>
      </p:sp>
      <p:sp>
        <p:nvSpPr>
          <p:cNvPr id="1048637" name="Holder 4"/>
          <p:cNvSpPr>
            <a:spLocks noGrp="1"/>
          </p:cNvSpPr>
          <p:nvPr>
            <p:ph type="ftr" sz="quarter" idx="5"/>
          </p:nvPr>
        </p:nvSpPr>
        <p:spPr/>
        <p:txBody>
          <a:bodyPr bIns="0" lIns="0" rIns="0" t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048638" name="Holder 5"/>
          <p:cNvSpPr>
            <a:spLocks noGrp="1"/>
          </p:cNvSpPr>
          <p:nvPr>
            <p:ph type="dt" sz="half" idx="6"/>
          </p:nvPr>
        </p:nvSpPr>
        <p:spPr/>
        <p:txBody>
          <a:bodyPr bIns="0" lIns="0" rIns="0" t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8/18/2025</a:t>
            </a:fld>
            <a:endParaRPr lang="en-US"/>
          </a:p>
        </p:txBody>
      </p:sp>
      <p:sp>
        <p:nvSpPr>
          <p:cNvPr id="1048639" name="Holder 6"/>
          <p:cNvSpPr>
            <a:spLocks noGrp="1"/>
          </p:cNvSpPr>
          <p:nvPr>
            <p:ph type="sldNum" sz="quarter" idx="7"/>
          </p:nvPr>
        </p:nvSpPr>
        <p:spPr/>
        <p:txBody>
          <a:bodyPr bIns="0" lIns="0" rIns="0" tIns="0"/>
          <a:lstStyle>
            <a:lvl1pPr>
              <a:defRPr b="0" sz="1100" i="0">
                <a:solidFill>
                  <a:srgbClr val="2D936B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10"/>
              <a:t>‹#›</a:t>
            </a:fld>
            <a:endParaRPr dirty="0" spc="1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9" name="Holder 2"/>
          <p:cNvSpPr>
            <a:spLocks noGrp="1"/>
          </p:cNvSpPr>
          <p:nvPr>
            <p:ph type="title"/>
          </p:nvPr>
        </p:nvSpPr>
        <p:spPr>
          <a:xfrm>
            <a:off x="755332" y="385444"/>
            <a:ext cx="10681335" cy="723901"/>
          </a:xfrm>
        </p:spPr>
        <p:txBody>
          <a:bodyPr bIns="0" lIns="0" rIns="0" tIns="0"/>
          <a:lstStyle>
            <a:lvl1pPr>
              <a:defRPr b="1" sz="480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1048740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266700"/>
          </a:xfrm>
        </p:spPr>
        <p:txBody>
          <a:bodyPr bIns="0" lIns="0" rIns="0" tIns="0"/>
          <a:p/>
        </p:txBody>
      </p:sp>
      <p:sp>
        <p:nvSpPr>
          <p:cNvPr id="1048741" name="Holder 4"/>
          <p:cNvSpPr>
            <a:spLocks noGrp="1"/>
          </p:cNvSpPr>
          <p:nvPr>
            <p:ph type="ftr" sz="quarter" idx="5"/>
          </p:nvPr>
        </p:nvSpPr>
        <p:spPr/>
        <p:txBody>
          <a:bodyPr bIns="0" lIns="0" rIns="0" t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048742" name="Holder 5"/>
          <p:cNvSpPr>
            <a:spLocks noGrp="1"/>
          </p:cNvSpPr>
          <p:nvPr>
            <p:ph type="dt" sz="half" idx="6"/>
          </p:nvPr>
        </p:nvSpPr>
        <p:spPr/>
        <p:txBody>
          <a:bodyPr bIns="0" lIns="0" rIns="0" t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8/18/2025</a:t>
            </a:fld>
            <a:endParaRPr lang="en-US"/>
          </a:p>
        </p:txBody>
      </p:sp>
      <p:sp>
        <p:nvSpPr>
          <p:cNvPr id="1048743" name="Holder 6"/>
          <p:cNvSpPr>
            <a:spLocks noGrp="1"/>
          </p:cNvSpPr>
          <p:nvPr>
            <p:ph type="sldNum" sz="quarter" idx="7"/>
          </p:nvPr>
        </p:nvSpPr>
        <p:spPr/>
        <p:txBody>
          <a:bodyPr bIns="0" lIns="0" rIns="0" tIns="0"/>
          <a:lstStyle>
            <a:lvl1pPr>
              <a:defRPr b="0" sz="1100" i="0">
                <a:solidFill>
                  <a:srgbClr val="2D936B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10"/>
              <a:t>‹#›</a:t>
            </a:fld>
            <a:endParaRPr dirty="0" spc="1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5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4" name="Holder 2"/>
          <p:cNvSpPr>
            <a:spLocks noGrp="1"/>
          </p:cNvSpPr>
          <p:nvPr>
            <p:ph type="title"/>
          </p:nvPr>
        </p:nvSpPr>
        <p:spPr>
          <a:xfrm>
            <a:off x="755332" y="385444"/>
            <a:ext cx="10681335" cy="723901"/>
          </a:xfrm>
        </p:spPr>
        <p:txBody>
          <a:bodyPr bIns="0" lIns="0" rIns="0" tIns="0"/>
          <a:lstStyle>
            <a:lvl1pPr>
              <a:defRPr b="1" sz="480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1048745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266700"/>
          </a:xfrm>
          <a:prstGeom prst="rect"/>
        </p:spPr>
        <p:txBody>
          <a:bodyPr bIns="0" lIns="0" rIns="0" tIns="0" wrap="square">
            <a:spAutoFit/>
          </a:bodyPr>
          <a:p/>
        </p:txBody>
      </p:sp>
      <p:sp>
        <p:nvSpPr>
          <p:cNvPr id="1048746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266700"/>
          </a:xfrm>
          <a:prstGeom prst="rect"/>
        </p:spPr>
        <p:txBody>
          <a:bodyPr bIns="0" lIns="0" rIns="0" tIns="0" wrap="square">
            <a:spAutoFit/>
          </a:bodyPr>
          <a:p/>
        </p:txBody>
      </p:sp>
      <p:sp>
        <p:nvSpPr>
          <p:cNvPr id="1048747" name="Holder 5"/>
          <p:cNvSpPr>
            <a:spLocks noGrp="1"/>
          </p:cNvSpPr>
          <p:nvPr>
            <p:ph type="ftr" sz="quarter" idx="5"/>
          </p:nvPr>
        </p:nvSpPr>
        <p:spPr/>
        <p:txBody>
          <a:bodyPr bIns="0" lIns="0" rIns="0" t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048748" name="Holder 6"/>
          <p:cNvSpPr>
            <a:spLocks noGrp="1"/>
          </p:cNvSpPr>
          <p:nvPr>
            <p:ph type="dt" sz="half" idx="6"/>
          </p:nvPr>
        </p:nvSpPr>
        <p:spPr/>
        <p:txBody>
          <a:bodyPr bIns="0" lIns="0" rIns="0" t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8/18/2025</a:t>
            </a:fld>
            <a:endParaRPr lang="en-US"/>
          </a:p>
        </p:txBody>
      </p:sp>
      <p:sp>
        <p:nvSpPr>
          <p:cNvPr id="1048749" name="Holder 7"/>
          <p:cNvSpPr>
            <a:spLocks noGrp="1"/>
          </p:cNvSpPr>
          <p:nvPr>
            <p:ph type="sldNum" sz="quarter" idx="7"/>
          </p:nvPr>
        </p:nvSpPr>
        <p:spPr/>
        <p:txBody>
          <a:bodyPr bIns="0" lIns="0" rIns="0" tIns="0"/>
          <a:lstStyle>
            <a:lvl1pPr>
              <a:defRPr b="0" sz="1100" i="0">
                <a:solidFill>
                  <a:srgbClr val="2D936B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10"/>
              <a:t>‹#›</a:t>
            </a:fld>
            <a:endParaRPr dirty="0" spc="1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1" name="Holder 2"/>
          <p:cNvSpPr>
            <a:spLocks noGrp="1"/>
          </p:cNvSpPr>
          <p:nvPr>
            <p:ph type="title"/>
          </p:nvPr>
        </p:nvSpPr>
        <p:spPr>
          <a:xfrm>
            <a:off x="755332" y="385444"/>
            <a:ext cx="10681335" cy="723901"/>
          </a:xfrm>
        </p:spPr>
        <p:txBody>
          <a:bodyPr bIns="0" lIns="0" rIns="0" tIns="0"/>
          <a:lstStyle>
            <a:lvl1pPr>
              <a:defRPr b="1" sz="480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1048592" name="Holder 3"/>
          <p:cNvSpPr>
            <a:spLocks noGrp="1"/>
          </p:cNvSpPr>
          <p:nvPr>
            <p:ph type="ftr" sz="quarter" idx="5"/>
          </p:nvPr>
        </p:nvSpPr>
        <p:spPr/>
        <p:txBody>
          <a:bodyPr bIns="0" lIns="0" rIns="0" t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048593" name="Holder 4"/>
          <p:cNvSpPr>
            <a:spLocks noGrp="1"/>
          </p:cNvSpPr>
          <p:nvPr>
            <p:ph type="dt" sz="half" idx="6"/>
          </p:nvPr>
        </p:nvSpPr>
        <p:spPr/>
        <p:txBody>
          <a:bodyPr bIns="0" lIns="0" rIns="0" t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8/18/2025</a:t>
            </a:fld>
            <a:endParaRPr lang="en-US"/>
          </a:p>
        </p:txBody>
      </p:sp>
      <p:sp>
        <p:nvSpPr>
          <p:cNvPr id="1048594" name="Holder 5"/>
          <p:cNvSpPr>
            <a:spLocks noGrp="1"/>
          </p:cNvSpPr>
          <p:nvPr>
            <p:ph type="sldNum" sz="quarter" idx="7"/>
          </p:nvPr>
        </p:nvSpPr>
        <p:spPr/>
        <p:txBody>
          <a:bodyPr bIns="0" lIns="0" rIns="0" tIns="0"/>
          <a:lstStyle>
            <a:lvl1pPr>
              <a:defRPr b="0" sz="1100" i="0">
                <a:solidFill>
                  <a:srgbClr val="2D936B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10"/>
              <a:t>‹#›</a:t>
            </a:fld>
            <a:endParaRPr dirty="0" spc="1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5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0" name="Holder 2"/>
          <p:cNvSpPr>
            <a:spLocks noGrp="1"/>
          </p:cNvSpPr>
          <p:nvPr>
            <p:ph type="ftr" sz="quarter" idx="5"/>
          </p:nvPr>
        </p:nvSpPr>
        <p:spPr/>
        <p:txBody>
          <a:bodyPr bIns="0" lIns="0" rIns="0" t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048751" name="Holder 3"/>
          <p:cNvSpPr>
            <a:spLocks noGrp="1"/>
          </p:cNvSpPr>
          <p:nvPr>
            <p:ph type="dt" sz="half" idx="6"/>
          </p:nvPr>
        </p:nvSpPr>
        <p:spPr/>
        <p:txBody>
          <a:bodyPr bIns="0" lIns="0" rIns="0" t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8/18/2025</a:t>
            </a:fld>
            <a:endParaRPr lang="en-US"/>
          </a:p>
        </p:txBody>
      </p:sp>
      <p:sp>
        <p:nvSpPr>
          <p:cNvPr id="1048752" name="Holder 4"/>
          <p:cNvSpPr>
            <a:spLocks noGrp="1"/>
          </p:cNvSpPr>
          <p:nvPr>
            <p:ph type="sldNum" sz="quarter" idx="7"/>
          </p:nvPr>
        </p:nvSpPr>
        <p:spPr/>
        <p:txBody>
          <a:bodyPr bIns="0" lIns="0" rIns="0" tIns="0"/>
          <a:lstStyle>
            <a:lvl1pPr>
              <a:defRPr b="0" sz="1100" i="0">
                <a:solidFill>
                  <a:srgbClr val="2D936B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10"/>
              <a:t>‹#›</a:t>
            </a:fld>
            <a:endParaRPr dirty="0" spc="1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5" name="Holder 2"/>
          <p:cNvSpPr>
            <a:spLocks noGrp="1"/>
          </p:cNvSpPr>
          <p:nvPr>
            <p:ph type="ctrTitle"/>
          </p:nvPr>
        </p:nvSpPr>
        <p:spPr>
          <a:xfrm>
            <a:off x="3195574" y="2067305"/>
            <a:ext cx="5800851" cy="482600"/>
          </a:xfrm>
          <a:prstGeom prst="rect"/>
        </p:spPr>
        <p:txBody>
          <a:bodyPr bIns="0" lIns="0" rIns="0" tIns="0" wrap="square">
            <a:spAutoFit/>
          </a:bodyPr>
          <a:lstStyle>
            <a:lvl1pPr>
              <a:defRPr b="0" sz="320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r>
              <a:t/>
            </a:r>
          </a:p>
        </p:txBody>
      </p:sp>
      <p:sp>
        <p:nvSpPr>
          <p:cNvPr id="1048726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266700"/>
          </a:xfrm>
          <a:prstGeom prst="rect"/>
        </p:spPr>
        <p:txBody>
          <a:bodyPr bIns="0" lIns="0" rIns="0" tIns="0" wrap="square">
            <a:spAutoFit/>
          </a:bodyPr>
          <a:p>
            <a:r>
              <a:t/>
            </a:r>
          </a:p>
        </p:txBody>
      </p:sp>
      <p:sp>
        <p:nvSpPr>
          <p:cNvPr id="1048727" name="Holder 4"/>
          <p:cNvSpPr>
            <a:spLocks noGrp="1"/>
          </p:cNvSpPr>
          <p:nvPr>
            <p:ph type="ftr" sz="quarter" idx="5"/>
          </p:nvPr>
        </p:nvSpPr>
        <p:spPr/>
        <p:txBody>
          <a:bodyPr bIns="0" lIns="0" rIns="0" t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t/>
            </a:r>
          </a:p>
        </p:txBody>
      </p:sp>
      <p:sp>
        <p:nvSpPr>
          <p:cNvPr id="1048728" name="Holder 5"/>
          <p:cNvSpPr>
            <a:spLocks noGrp="1"/>
          </p:cNvSpPr>
          <p:nvPr>
            <p:ph type="dt" sz="half" idx="6"/>
          </p:nvPr>
        </p:nvSpPr>
        <p:spPr/>
        <p:txBody>
          <a:bodyPr bIns="0" lIns="0" rIns="0" t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8/18/2025</a:t>
            </a:fld>
            <a:endParaRPr lang="en-US"/>
          </a:p>
        </p:txBody>
      </p:sp>
      <p:sp>
        <p:nvSpPr>
          <p:cNvPr id="1048729" name="Holder 6"/>
          <p:cNvSpPr>
            <a:spLocks noGrp="1"/>
          </p:cNvSpPr>
          <p:nvPr>
            <p:ph type="sldNum" sz="quarter" idx="7"/>
          </p:nvPr>
        </p:nvSpPr>
        <p:spPr/>
        <p:txBody>
          <a:bodyPr bIns="0" lIns="0" rIns="0" tIns="0"/>
          <a:lstStyle>
            <a:lvl1pPr>
              <a:defRPr b="0" sz="1100" i="0">
                <a:solidFill>
                  <a:srgbClr val="2D936B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10"/>
              <a:t>‹#›</a:t>
            </a:fld>
            <a:endParaRPr dirty="0" spc="1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2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1" name="Holder 2"/>
          <p:cNvSpPr>
            <a:spLocks noGrp="1"/>
          </p:cNvSpPr>
          <p:nvPr>
            <p:ph type="title"/>
          </p:nvPr>
        </p:nvSpPr>
        <p:spPr>
          <a:xfrm>
            <a:off x="755332" y="385444"/>
            <a:ext cx="10681335" cy="723901"/>
          </a:xfrm>
        </p:spPr>
        <p:txBody>
          <a:bodyPr bIns="0" lIns="0" rIns="0" tIns="0"/>
          <a:lstStyle>
            <a:lvl1pPr>
              <a:defRPr b="1" sz="480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r>
              <a:t/>
            </a:r>
          </a:p>
        </p:txBody>
      </p:sp>
      <p:sp>
        <p:nvSpPr>
          <p:cNvPr id="1048622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266700"/>
          </a:xfrm>
        </p:spPr>
        <p:txBody>
          <a:bodyPr bIns="0" lIns="0" rIns="0" tIns="0"/>
          <a:p>
            <a:r>
              <a:t/>
            </a:r>
          </a:p>
        </p:txBody>
      </p:sp>
      <p:sp>
        <p:nvSpPr>
          <p:cNvPr id="1048623" name="Holder 4"/>
          <p:cNvSpPr>
            <a:spLocks noGrp="1"/>
          </p:cNvSpPr>
          <p:nvPr>
            <p:ph type="ftr" sz="quarter" idx="5"/>
          </p:nvPr>
        </p:nvSpPr>
        <p:spPr/>
        <p:txBody>
          <a:bodyPr bIns="0" lIns="0" rIns="0" t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t/>
            </a:r>
          </a:p>
        </p:txBody>
      </p:sp>
      <p:sp>
        <p:nvSpPr>
          <p:cNvPr id="1048624" name="Holder 5"/>
          <p:cNvSpPr>
            <a:spLocks noGrp="1"/>
          </p:cNvSpPr>
          <p:nvPr>
            <p:ph type="dt" sz="half" idx="6"/>
          </p:nvPr>
        </p:nvSpPr>
        <p:spPr/>
        <p:txBody>
          <a:bodyPr bIns="0" lIns="0" rIns="0" t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8/18/2025</a:t>
            </a:fld>
            <a:endParaRPr lang="en-US"/>
          </a:p>
        </p:txBody>
      </p:sp>
      <p:sp>
        <p:nvSpPr>
          <p:cNvPr id="1048625" name="Holder 6"/>
          <p:cNvSpPr>
            <a:spLocks noGrp="1"/>
          </p:cNvSpPr>
          <p:nvPr>
            <p:ph type="sldNum" sz="quarter" idx="7"/>
          </p:nvPr>
        </p:nvSpPr>
        <p:spPr/>
        <p:txBody>
          <a:bodyPr bIns="0" lIns="0" rIns="0" tIns="0"/>
          <a:lstStyle>
            <a:lvl1pPr>
              <a:defRPr b="0" sz="1100" i="0">
                <a:solidFill>
                  <a:srgbClr val="2D936B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10"/>
              <a:t>‹#›</a:t>
            </a:fld>
            <a:endParaRPr dirty="0" spc="1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5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3" name="Holder 2"/>
          <p:cNvSpPr>
            <a:spLocks noGrp="1"/>
          </p:cNvSpPr>
          <p:nvPr>
            <p:ph type="title"/>
          </p:nvPr>
        </p:nvSpPr>
        <p:spPr>
          <a:xfrm>
            <a:off x="755332" y="385444"/>
            <a:ext cx="10681335" cy="723901"/>
          </a:xfrm>
        </p:spPr>
        <p:txBody>
          <a:bodyPr bIns="0" lIns="0" rIns="0" tIns="0"/>
          <a:lstStyle>
            <a:lvl1pPr>
              <a:defRPr b="1" sz="480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r>
              <a:t/>
            </a:r>
          </a:p>
        </p:txBody>
      </p:sp>
      <p:sp>
        <p:nvSpPr>
          <p:cNvPr id="1048734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266700"/>
          </a:xfrm>
          <a:prstGeom prst="rect"/>
        </p:spPr>
        <p:txBody>
          <a:bodyPr bIns="0" lIns="0" rIns="0" tIns="0" wrap="square">
            <a:spAutoFit/>
          </a:bodyPr>
          <a:p>
            <a:r>
              <a:t/>
            </a:r>
          </a:p>
        </p:txBody>
      </p:sp>
      <p:sp>
        <p:nvSpPr>
          <p:cNvPr id="1048735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266700"/>
          </a:xfrm>
          <a:prstGeom prst="rect"/>
        </p:spPr>
        <p:txBody>
          <a:bodyPr bIns="0" lIns="0" rIns="0" tIns="0" wrap="square">
            <a:spAutoFit/>
          </a:bodyPr>
          <a:p>
            <a:r>
              <a:t/>
            </a:r>
          </a:p>
        </p:txBody>
      </p:sp>
      <p:sp>
        <p:nvSpPr>
          <p:cNvPr id="1048736" name="Holder 5"/>
          <p:cNvSpPr>
            <a:spLocks noGrp="1"/>
          </p:cNvSpPr>
          <p:nvPr>
            <p:ph type="ftr" sz="quarter" idx="5"/>
          </p:nvPr>
        </p:nvSpPr>
        <p:spPr/>
        <p:txBody>
          <a:bodyPr bIns="0" lIns="0" rIns="0" t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t/>
            </a:r>
          </a:p>
        </p:txBody>
      </p:sp>
      <p:sp>
        <p:nvSpPr>
          <p:cNvPr id="1048737" name="Holder 6"/>
          <p:cNvSpPr>
            <a:spLocks noGrp="1"/>
          </p:cNvSpPr>
          <p:nvPr>
            <p:ph type="dt" sz="half" idx="6"/>
          </p:nvPr>
        </p:nvSpPr>
        <p:spPr/>
        <p:txBody>
          <a:bodyPr bIns="0" lIns="0" rIns="0" t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8/18/2025</a:t>
            </a:fld>
            <a:endParaRPr lang="en-US"/>
          </a:p>
        </p:txBody>
      </p:sp>
      <p:sp>
        <p:nvSpPr>
          <p:cNvPr id="1048738" name="Holder 7"/>
          <p:cNvSpPr>
            <a:spLocks noGrp="1"/>
          </p:cNvSpPr>
          <p:nvPr>
            <p:ph type="sldNum" sz="quarter" idx="7"/>
          </p:nvPr>
        </p:nvSpPr>
        <p:spPr/>
        <p:txBody>
          <a:bodyPr bIns="0" lIns="0" rIns="0" tIns="0"/>
          <a:lstStyle>
            <a:lvl1pPr>
              <a:defRPr b="0" sz="1100" i="0">
                <a:solidFill>
                  <a:srgbClr val="2D936B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10"/>
              <a:t>‹#›</a:t>
            </a:fld>
            <a:endParaRPr dirty="0" spc="1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4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1" name="Holder 2"/>
          <p:cNvSpPr>
            <a:spLocks noGrp="1"/>
          </p:cNvSpPr>
          <p:nvPr>
            <p:ph type="title"/>
          </p:nvPr>
        </p:nvSpPr>
        <p:spPr>
          <a:xfrm>
            <a:off x="755332" y="385444"/>
            <a:ext cx="10681335" cy="723901"/>
          </a:xfrm>
        </p:spPr>
        <p:txBody>
          <a:bodyPr bIns="0" lIns="0" rIns="0" tIns="0"/>
          <a:lstStyle>
            <a:lvl1pPr>
              <a:defRPr b="1" sz="480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r>
              <a:t/>
            </a:r>
          </a:p>
        </p:txBody>
      </p:sp>
      <p:sp>
        <p:nvSpPr>
          <p:cNvPr id="1048702" name="Holder 3"/>
          <p:cNvSpPr>
            <a:spLocks noGrp="1"/>
          </p:cNvSpPr>
          <p:nvPr>
            <p:ph type="ftr" sz="quarter" idx="5"/>
          </p:nvPr>
        </p:nvSpPr>
        <p:spPr/>
        <p:txBody>
          <a:bodyPr bIns="0" lIns="0" rIns="0" t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t/>
            </a:r>
          </a:p>
        </p:txBody>
      </p:sp>
      <p:sp>
        <p:nvSpPr>
          <p:cNvPr id="1048703" name="Holder 4"/>
          <p:cNvSpPr>
            <a:spLocks noGrp="1"/>
          </p:cNvSpPr>
          <p:nvPr>
            <p:ph type="dt" sz="half" idx="6"/>
          </p:nvPr>
        </p:nvSpPr>
        <p:spPr/>
        <p:txBody>
          <a:bodyPr bIns="0" lIns="0" rIns="0" t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8/18/2025</a:t>
            </a:fld>
            <a:endParaRPr lang="en-US"/>
          </a:p>
        </p:txBody>
      </p:sp>
      <p:sp>
        <p:nvSpPr>
          <p:cNvPr id="1048704" name="Holder 5"/>
          <p:cNvSpPr>
            <a:spLocks noGrp="1"/>
          </p:cNvSpPr>
          <p:nvPr>
            <p:ph type="sldNum" sz="quarter" idx="7"/>
          </p:nvPr>
        </p:nvSpPr>
        <p:spPr/>
        <p:txBody>
          <a:bodyPr bIns="0" lIns="0" rIns="0" tIns="0"/>
          <a:lstStyle>
            <a:lvl1pPr>
              <a:defRPr b="0" sz="1100" i="0">
                <a:solidFill>
                  <a:srgbClr val="2D936B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10"/>
              <a:t>‹#›</a:t>
            </a:fld>
            <a:endParaRPr dirty="0" spc="1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0" name="Holder 2"/>
          <p:cNvSpPr>
            <a:spLocks noGrp="1"/>
          </p:cNvSpPr>
          <p:nvPr>
            <p:ph type="ftr" sz="quarter" idx="5"/>
          </p:nvPr>
        </p:nvSpPr>
        <p:spPr/>
        <p:txBody>
          <a:bodyPr bIns="0" lIns="0" rIns="0" t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t/>
            </a:r>
          </a:p>
        </p:txBody>
      </p:sp>
      <p:sp>
        <p:nvSpPr>
          <p:cNvPr id="1048731" name="Holder 3"/>
          <p:cNvSpPr>
            <a:spLocks noGrp="1"/>
          </p:cNvSpPr>
          <p:nvPr>
            <p:ph type="dt" sz="half" idx="6"/>
          </p:nvPr>
        </p:nvSpPr>
        <p:spPr/>
        <p:txBody>
          <a:bodyPr bIns="0" lIns="0" rIns="0" t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8/18/2025</a:t>
            </a:fld>
            <a:endParaRPr lang="en-US"/>
          </a:p>
        </p:txBody>
      </p:sp>
      <p:sp>
        <p:nvSpPr>
          <p:cNvPr id="1048732" name="Holder 4"/>
          <p:cNvSpPr>
            <a:spLocks noGrp="1"/>
          </p:cNvSpPr>
          <p:nvPr>
            <p:ph type="sldNum" sz="quarter" idx="7"/>
          </p:nvPr>
        </p:nvSpPr>
        <p:spPr/>
        <p:txBody>
          <a:bodyPr bIns="0" lIns="0" rIns="0" tIns="0"/>
          <a:lstStyle>
            <a:lvl1pPr>
              <a:defRPr b="0" sz="1100" i="0">
                <a:solidFill>
                  <a:srgbClr val="2D936B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10"/>
              <a:t>‹#›</a:t>
            </a:fld>
            <a:endParaRPr dirty="0" spc="10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_rels/slideMaster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slideLayout" Target="../slideLayouts/slideLayout7.xml"/><Relationship Id="rId3" Type="http://schemas.openxmlformats.org/officeDocument/2006/relationships/slideLayout" Target="../slideLayouts/slideLayout8.xml"/><Relationship Id="rId4" Type="http://schemas.openxmlformats.org/officeDocument/2006/relationships/slideLayout" Target="../slideLayouts/slideLayout9.xml"/><Relationship Id="rId5" Type="http://schemas.openxmlformats.org/officeDocument/2006/relationships/slideLayout" Target="../slideLayouts/slideLayout10.xml"/><Relationship Id="rId6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bg object 16"/>
          <p:cNvSpPr/>
          <p:nvPr/>
        </p:nvSpPr>
        <p:spPr>
          <a:xfrm>
            <a:off x="9377426" y="4825"/>
            <a:ext cx="1218565" cy="6853555"/>
          </a:xfrm>
          <a:custGeom>
            <a:avLst/>
            <a:ahLst/>
            <a:rect l="l" t="t" r="r" b="b"/>
            <a:pathLst>
              <a:path w="1218565" h="6853555">
                <a:moveTo>
                  <a:pt x="0" y="0"/>
                </a:moveTo>
                <a:lnTo>
                  <a:pt x="1218352" y="6853171"/>
                </a:lnTo>
              </a:path>
            </a:pathLst>
          </a:custGeom>
          <a:ln w="9525">
            <a:solidFill>
              <a:srgbClr val="5FCAEE"/>
            </a:solidFill>
          </a:ln>
        </p:spPr>
        <p:txBody>
          <a:bodyPr bIns="0" lIns="0" rIns="0" rtlCol="0" tIns="0" wrap="square"/>
          <a:p/>
        </p:txBody>
      </p:sp>
      <p:sp>
        <p:nvSpPr>
          <p:cNvPr id="1048577" name="bg object 17"/>
          <p:cNvSpPr/>
          <p:nvPr/>
        </p:nvSpPr>
        <p:spPr>
          <a:xfrm>
            <a:off x="7448612" y="3694896"/>
            <a:ext cx="4743450" cy="3163570"/>
          </a:xfrm>
          <a:custGeom>
            <a:avLst/>
            <a:ahLst/>
            <a:rect l="l" t="t" r="r" b="b"/>
            <a:pathLst>
              <a:path w="4743450" h="3163570">
                <a:moveTo>
                  <a:pt x="4743387" y="0"/>
                </a:moveTo>
                <a:lnTo>
                  <a:pt x="0" y="3163101"/>
                </a:lnTo>
              </a:path>
            </a:pathLst>
          </a:custGeom>
          <a:ln w="9525">
            <a:solidFill>
              <a:srgbClr val="5FCAEE"/>
            </a:solidFill>
          </a:ln>
        </p:spPr>
        <p:txBody>
          <a:bodyPr bIns="0" lIns="0" rIns="0" rtlCol="0" tIns="0" wrap="square"/>
          <a:p/>
        </p:txBody>
      </p:sp>
      <p:sp>
        <p:nvSpPr>
          <p:cNvPr id="1048578" name="bg object 18"/>
          <p:cNvSpPr/>
          <p:nvPr/>
        </p:nvSpPr>
        <p:spPr>
          <a:xfrm>
            <a:off x="9182100" y="0"/>
            <a:ext cx="3009900" cy="6858000"/>
          </a:xfrm>
          <a:custGeom>
            <a:avLst/>
            <a:ahLst/>
            <a:rect l="l" t="t" r="r" b="b"/>
            <a:pathLst>
              <a:path w="3009900" h="6858000">
                <a:moveTo>
                  <a:pt x="3009899" y="0"/>
                </a:moveTo>
                <a:lnTo>
                  <a:pt x="2044399" y="0"/>
                </a:lnTo>
                <a:lnTo>
                  <a:pt x="0" y="6857996"/>
                </a:lnTo>
                <a:lnTo>
                  <a:pt x="3009899" y="6857996"/>
                </a:lnTo>
                <a:lnTo>
                  <a:pt x="3009899" y="0"/>
                </a:lnTo>
                <a:close/>
              </a:path>
            </a:pathLst>
          </a:custGeom>
          <a:solidFill>
            <a:srgbClr val="5FCAEE">
              <a:alpha val="36077"/>
            </a:srgbClr>
          </a:solidFill>
        </p:spPr>
        <p:txBody>
          <a:bodyPr bIns="0" lIns="0" rIns="0" rtlCol="0" tIns="0" wrap="square"/>
          <a:p/>
        </p:txBody>
      </p:sp>
      <p:sp>
        <p:nvSpPr>
          <p:cNvPr id="1048579" name="bg object 19"/>
          <p:cNvSpPr/>
          <p:nvPr/>
        </p:nvSpPr>
        <p:spPr>
          <a:xfrm>
            <a:off x="9602878" y="0"/>
            <a:ext cx="2589530" cy="6858000"/>
          </a:xfrm>
          <a:custGeom>
            <a:avLst/>
            <a:ahLst/>
            <a:rect l="l" t="t" r="r" b="b"/>
            <a:pathLst>
              <a:path w="2589529" h="6858000">
                <a:moveTo>
                  <a:pt x="2589120" y="0"/>
                </a:moveTo>
                <a:lnTo>
                  <a:pt x="0" y="0"/>
                </a:lnTo>
                <a:lnTo>
                  <a:pt x="1208884" y="6857996"/>
                </a:lnTo>
                <a:lnTo>
                  <a:pt x="2589120" y="6857996"/>
                </a:lnTo>
                <a:lnTo>
                  <a:pt x="2589120" y="0"/>
                </a:lnTo>
                <a:close/>
              </a:path>
            </a:pathLst>
          </a:custGeom>
          <a:solidFill>
            <a:srgbClr val="5FCAEE">
              <a:alpha val="19999"/>
            </a:srgbClr>
          </a:solidFill>
        </p:spPr>
        <p:txBody>
          <a:bodyPr bIns="0" lIns="0" rIns="0" rtlCol="0" tIns="0" wrap="square"/>
          <a:p/>
        </p:txBody>
      </p:sp>
      <p:sp>
        <p:nvSpPr>
          <p:cNvPr id="1048580" name="bg object 20"/>
          <p:cNvSpPr/>
          <p:nvPr/>
        </p:nvSpPr>
        <p:spPr>
          <a:xfrm>
            <a:off x="8934450" y="3048000"/>
            <a:ext cx="3257550" cy="3810000"/>
          </a:xfrm>
          <a:custGeom>
            <a:avLst/>
            <a:ahLst/>
            <a:rect l="l" t="t" r="r" b="b"/>
            <a:pathLst>
              <a:path w="3257550" h="3810000">
                <a:moveTo>
                  <a:pt x="3257550" y="0"/>
                </a:moveTo>
                <a:lnTo>
                  <a:pt x="0" y="3810000"/>
                </a:lnTo>
                <a:lnTo>
                  <a:pt x="3257550" y="3810000"/>
                </a:lnTo>
                <a:lnTo>
                  <a:pt x="3257550" y="0"/>
                </a:lnTo>
                <a:close/>
              </a:path>
            </a:pathLst>
          </a:custGeom>
          <a:solidFill>
            <a:srgbClr val="17AFE3">
              <a:alpha val="65881"/>
            </a:srgbClr>
          </a:solidFill>
        </p:spPr>
        <p:txBody>
          <a:bodyPr bIns="0" lIns="0" rIns="0" rtlCol="0" tIns="0" wrap="square"/>
          <a:p/>
        </p:txBody>
      </p:sp>
      <p:sp>
        <p:nvSpPr>
          <p:cNvPr id="1048581" name="bg object 21"/>
          <p:cNvSpPr/>
          <p:nvPr/>
        </p:nvSpPr>
        <p:spPr>
          <a:xfrm>
            <a:off x="9337930" y="0"/>
            <a:ext cx="2854325" cy="6858000"/>
          </a:xfrm>
          <a:custGeom>
            <a:avLst/>
            <a:ahLst/>
            <a:rect l="l" t="t" r="r" b="b"/>
            <a:pathLst>
              <a:path w="2854325" h="6858000">
                <a:moveTo>
                  <a:pt x="2854069" y="0"/>
                </a:moveTo>
                <a:lnTo>
                  <a:pt x="0" y="0"/>
                </a:lnTo>
                <a:lnTo>
                  <a:pt x="2470020" y="6857996"/>
                </a:lnTo>
                <a:lnTo>
                  <a:pt x="2854069" y="6857996"/>
                </a:lnTo>
                <a:lnTo>
                  <a:pt x="2854069" y="0"/>
                </a:lnTo>
                <a:close/>
              </a:path>
            </a:pathLst>
          </a:custGeom>
          <a:solidFill>
            <a:srgbClr val="17AFE3">
              <a:alpha val="50195"/>
            </a:srgbClr>
          </a:solidFill>
        </p:spPr>
        <p:txBody>
          <a:bodyPr bIns="0" lIns="0" rIns="0" rtlCol="0" tIns="0" wrap="square"/>
          <a:p/>
        </p:txBody>
      </p:sp>
      <p:sp>
        <p:nvSpPr>
          <p:cNvPr id="1048582" name="bg object 22"/>
          <p:cNvSpPr/>
          <p:nvPr/>
        </p:nvSpPr>
        <p:spPr>
          <a:xfrm>
            <a:off x="10896600" y="0"/>
            <a:ext cx="1295400" cy="6858000"/>
          </a:xfrm>
          <a:custGeom>
            <a:avLst/>
            <a:ahLst/>
            <a:rect l="l" t="t" r="r" b="b"/>
            <a:pathLst>
              <a:path w="1295400" h="6858000">
                <a:moveTo>
                  <a:pt x="1295399" y="0"/>
                </a:moveTo>
                <a:lnTo>
                  <a:pt x="1022453" y="0"/>
                </a:lnTo>
                <a:lnTo>
                  <a:pt x="0" y="6857996"/>
                </a:lnTo>
                <a:lnTo>
                  <a:pt x="1295399" y="6857996"/>
                </a:lnTo>
                <a:lnTo>
                  <a:pt x="1295399" y="0"/>
                </a:lnTo>
                <a:close/>
              </a:path>
            </a:pathLst>
          </a:custGeom>
          <a:solidFill>
            <a:srgbClr val="2D83C3">
              <a:alpha val="70195"/>
            </a:srgbClr>
          </a:solidFill>
        </p:spPr>
        <p:txBody>
          <a:bodyPr bIns="0" lIns="0" rIns="0" rtlCol="0" tIns="0" wrap="square"/>
          <a:p/>
        </p:txBody>
      </p:sp>
      <p:sp>
        <p:nvSpPr>
          <p:cNvPr id="1048583" name="bg object 23"/>
          <p:cNvSpPr/>
          <p:nvPr/>
        </p:nvSpPr>
        <p:spPr>
          <a:xfrm>
            <a:off x="10936247" y="0"/>
            <a:ext cx="1256030" cy="6858000"/>
          </a:xfrm>
          <a:custGeom>
            <a:avLst/>
            <a:ahLst/>
            <a:rect l="l" t="t" r="r" b="b"/>
            <a:pathLst>
              <a:path w="1256029" h="6858000">
                <a:moveTo>
                  <a:pt x="1255752" y="0"/>
                </a:moveTo>
                <a:lnTo>
                  <a:pt x="0" y="0"/>
                </a:lnTo>
                <a:lnTo>
                  <a:pt x="1114527" y="6857996"/>
                </a:lnTo>
                <a:lnTo>
                  <a:pt x="1255752" y="6857996"/>
                </a:lnTo>
                <a:lnTo>
                  <a:pt x="1255752" y="0"/>
                </a:lnTo>
                <a:close/>
              </a:path>
            </a:pathLst>
          </a:custGeom>
          <a:solidFill>
            <a:srgbClr val="226192">
              <a:alpha val="79998"/>
            </a:srgbClr>
          </a:solidFill>
        </p:spPr>
        <p:txBody>
          <a:bodyPr bIns="0" lIns="0" rIns="0" rtlCol="0" tIns="0" wrap="square"/>
          <a:p/>
        </p:txBody>
      </p:sp>
      <p:sp>
        <p:nvSpPr>
          <p:cNvPr id="1048584" name="bg object 24"/>
          <p:cNvSpPr/>
          <p:nvPr/>
        </p:nvSpPr>
        <p:spPr>
          <a:xfrm>
            <a:off x="10372725" y="3590925"/>
            <a:ext cx="1819275" cy="3267075"/>
          </a:xfrm>
          <a:custGeom>
            <a:avLst/>
            <a:ahLst/>
            <a:rect l="l" t="t" r="r" b="b"/>
            <a:pathLst>
              <a:path w="1819275" h="3267075">
                <a:moveTo>
                  <a:pt x="1819275" y="0"/>
                </a:moveTo>
                <a:lnTo>
                  <a:pt x="0" y="3267075"/>
                </a:lnTo>
                <a:lnTo>
                  <a:pt x="1819275" y="3267075"/>
                </a:lnTo>
                <a:lnTo>
                  <a:pt x="1819275" y="0"/>
                </a:lnTo>
                <a:close/>
              </a:path>
            </a:pathLst>
          </a:custGeom>
          <a:solidFill>
            <a:srgbClr val="17AFE3">
              <a:alpha val="65881"/>
            </a:srgbClr>
          </a:solidFill>
        </p:spPr>
        <p:txBody>
          <a:bodyPr bIns="0" lIns="0" rIns="0" rtlCol="0" tIns="0" wrap="square"/>
          <a:p/>
        </p:txBody>
      </p:sp>
      <p:sp>
        <p:nvSpPr>
          <p:cNvPr id="1048585" name="bg object 25"/>
          <p:cNvSpPr/>
          <p:nvPr/>
        </p:nvSpPr>
        <p:spPr>
          <a:xfrm>
            <a:off x="0" y="4010025"/>
            <a:ext cx="447675" cy="2847975"/>
          </a:xfrm>
          <a:custGeom>
            <a:avLst/>
            <a:ahLst/>
            <a:rect l="l" t="t" r="r" b="b"/>
            <a:pathLst>
              <a:path w="447675" h="2847975">
                <a:moveTo>
                  <a:pt x="0" y="0"/>
                </a:moveTo>
                <a:lnTo>
                  <a:pt x="0" y="2847975"/>
                </a:lnTo>
                <a:lnTo>
                  <a:pt x="447675" y="2847975"/>
                </a:lnTo>
                <a:lnTo>
                  <a:pt x="0" y="0"/>
                </a:lnTo>
                <a:close/>
              </a:path>
            </a:pathLst>
          </a:custGeom>
          <a:solidFill>
            <a:srgbClr val="5FCAEE">
              <a:alpha val="70195"/>
            </a:srgbClr>
          </a:solidFill>
        </p:spPr>
        <p:txBody>
          <a:bodyPr bIns="0" lIns="0" rIns="0" rtlCol="0" tIns="0" wrap="square"/>
          <a:p/>
        </p:txBody>
      </p:sp>
      <p:sp>
        <p:nvSpPr>
          <p:cNvPr id="1048586" name="Holder 2"/>
          <p:cNvSpPr>
            <a:spLocks noGrp="1"/>
          </p:cNvSpPr>
          <p:nvPr>
            <p:ph type="title"/>
          </p:nvPr>
        </p:nvSpPr>
        <p:spPr>
          <a:xfrm>
            <a:off x="755332" y="385444"/>
            <a:ext cx="10681335" cy="758190"/>
          </a:xfrm>
          <a:prstGeom prst="rect"/>
        </p:spPr>
        <p:txBody>
          <a:bodyPr bIns="0" lIns="0" rIns="0" tIns="0" wrap="square">
            <a:spAutoFit/>
          </a:bodyPr>
          <a:lstStyle>
            <a:lvl1pPr>
              <a:defRPr b="1" sz="480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1048587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/>
        </p:spPr>
        <p:txBody>
          <a:bodyPr bIns="0" lIns="0" rIns="0" tIns="0" wrap="square">
            <a:spAutoFit/>
          </a:bodyPr>
          <a:p/>
        </p:txBody>
      </p:sp>
      <p:sp>
        <p:nvSpPr>
          <p:cNvPr id="1048588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/>
        </p:spPr>
        <p:txBody>
          <a:bodyPr bIns="0" lIns="0" rIns="0" tIns="0" wrap="square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048589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/>
        </p:spPr>
        <p:txBody>
          <a:bodyPr bIns="0" lIns="0" rIns="0" tIns="0" wrap="square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8/18/2025</a:t>
            </a:fld>
            <a:endParaRPr lang="en-US"/>
          </a:p>
        </p:txBody>
      </p:sp>
      <p:sp>
        <p:nvSpPr>
          <p:cNvPr id="1048590" name="Holder 6"/>
          <p:cNvSpPr>
            <a:spLocks noGrp="1"/>
          </p:cNvSpPr>
          <p:nvPr>
            <p:ph type="sldNum" sz="quarter" idx="7"/>
          </p:nvPr>
        </p:nvSpPr>
        <p:spPr>
          <a:xfrm>
            <a:off x="11353418" y="6473337"/>
            <a:ext cx="151129" cy="191770"/>
          </a:xfrm>
          <a:prstGeom prst="rect"/>
        </p:spPr>
        <p:txBody>
          <a:bodyPr bIns="0" lIns="0" rIns="0" tIns="0" wrap="square">
            <a:spAutoFit/>
          </a:bodyPr>
          <a:lstStyle>
            <a:lvl1pPr>
              <a:defRPr b="0" sz="1100" i="0">
                <a:solidFill>
                  <a:srgbClr val="2D936B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10"/>
              <a:t>‹#›</a:t>
            </a:fld>
            <a:endParaRPr dirty="0" spc="10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2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6" name="bg object 16"/>
          <p:cNvSpPr/>
          <p:nvPr/>
        </p:nvSpPr>
        <p:spPr>
          <a:xfrm>
            <a:off x="9377426" y="4825"/>
            <a:ext cx="1218565" cy="6853555"/>
          </a:xfrm>
          <a:custGeom>
            <a:avLst/>
            <a:ahLst/>
            <a:rect l="l" t="t" r="r" b="b"/>
            <a:pathLst>
              <a:path w="1218565" h="6853555">
                <a:moveTo>
                  <a:pt x="0" y="0"/>
                </a:moveTo>
                <a:lnTo>
                  <a:pt x="1218352" y="6853171"/>
                </a:lnTo>
              </a:path>
            </a:pathLst>
          </a:custGeom>
          <a:ln w="9525">
            <a:solidFill>
              <a:srgbClr val="5FCAEE"/>
            </a:solidFill>
          </a:ln>
        </p:spPr>
        <p:txBody>
          <a:bodyPr bIns="0" lIns="0" rIns="0" rtlCol="0" tIns="0" wrap="square"/>
          <a:p>
            <a:r>
              <a:t/>
            </a:r>
          </a:p>
        </p:txBody>
      </p:sp>
      <p:sp>
        <p:nvSpPr>
          <p:cNvPr id="1048607" name="bg object 17"/>
          <p:cNvSpPr/>
          <p:nvPr/>
        </p:nvSpPr>
        <p:spPr>
          <a:xfrm>
            <a:off x="7448612" y="3694896"/>
            <a:ext cx="4743450" cy="3163570"/>
          </a:xfrm>
          <a:custGeom>
            <a:avLst/>
            <a:ahLst/>
            <a:rect l="l" t="t" r="r" b="b"/>
            <a:pathLst>
              <a:path w="4743450" h="3163570">
                <a:moveTo>
                  <a:pt x="4743387" y="0"/>
                </a:moveTo>
                <a:lnTo>
                  <a:pt x="0" y="3163101"/>
                </a:lnTo>
              </a:path>
            </a:pathLst>
          </a:custGeom>
          <a:ln w="9525">
            <a:solidFill>
              <a:srgbClr val="5FCAEE"/>
            </a:solidFill>
          </a:ln>
        </p:spPr>
        <p:txBody>
          <a:bodyPr bIns="0" lIns="0" rIns="0" rtlCol="0" tIns="0" wrap="square"/>
          <a:p>
            <a:r>
              <a:t/>
            </a:r>
          </a:p>
        </p:txBody>
      </p:sp>
      <p:sp>
        <p:nvSpPr>
          <p:cNvPr id="1048608" name="bg object 18"/>
          <p:cNvSpPr/>
          <p:nvPr/>
        </p:nvSpPr>
        <p:spPr>
          <a:xfrm>
            <a:off x="9182100" y="0"/>
            <a:ext cx="3009900" cy="6858000"/>
          </a:xfrm>
          <a:custGeom>
            <a:avLst/>
            <a:ahLst/>
            <a:rect l="l" t="t" r="r" b="b"/>
            <a:pathLst>
              <a:path w="3009900" h="6858000">
                <a:moveTo>
                  <a:pt x="3009899" y="0"/>
                </a:moveTo>
                <a:lnTo>
                  <a:pt x="2044399" y="0"/>
                </a:lnTo>
                <a:lnTo>
                  <a:pt x="0" y="6857996"/>
                </a:lnTo>
                <a:lnTo>
                  <a:pt x="3009899" y="6857996"/>
                </a:lnTo>
                <a:lnTo>
                  <a:pt x="3009899" y="0"/>
                </a:lnTo>
                <a:close/>
              </a:path>
            </a:pathLst>
          </a:custGeom>
          <a:solidFill>
            <a:srgbClr val="5FCAEE">
              <a:alpha val="36077"/>
            </a:srgbClr>
          </a:solidFill>
        </p:spPr>
        <p:txBody>
          <a:bodyPr bIns="0" lIns="0" rIns="0" rtlCol="0" tIns="0" wrap="square"/>
          <a:p>
            <a:r>
              <a:t/>
            </a:r>
          </a:p>
        </p:txBody>
      </p:sp>
      <p:sp>
        <p:nvSpPr>
          <p:cNvPr id="1048609" name="bg object 19"/>
          <p:cNvSpPr/>
          <p:nvPr/>
        </p:nvSpPr>
        <p:spPr>
          <a:xfrm>
            <a:off x="9602878" y="0"/>
            <a:ext cx="2589530" cy="6858000"/>
          </a:xfrm>
          <a:custGeom>
            <a:avLst/>
            <a:ahLst/>
            <a:rect l="l" t="t" r="r" b="b"/>
            <a:pathLst>
              <a:path w="2589529" h="6858000">
                <a:moveTo>
                  <a:pt x="2589120" y="0"/>
                </a:moveTo>
                <a:lnTo>
                  <a:pt x="0" y="0"/>
                </a:lnTo>
                <a:lnTo>
                  <a:pt x="1208884" y="6857996"/>
                </a:lnTo>
                <a:lnTo>
                  <a:pt x="2589120" y="6857996"/>
                </a:lnTo>
                <a:lnTo>
                  <a:pt x="2589120" y="0"/>
                </a:lnTo>
                <a:close/>
              </a:path>
            </a:pathLst>
          </a:custGeom>
          <a:solidFill>
            <a:srgbClr val="5FCAEE">
              <a:alpha val="19999"/>
            </a:srgbClr>
          </a:solidFill>
        </p:spPr>
        <p:txBody>
          <a:bodyPr bIns="0" lIns="0" rIns="0" rtlCol="0" tIns="0" wrap="square"/>
          <a:p>
            <a:r>
              <a:t/>
            </a:r>
          </a:p>
        </p:txBody>
      </p:sp>
      <p:sp>
        <p:nvSpPr>
          <p:cNvPr id="1048610" name="bg object 20"/>
          <p:cNvSpPr/>
          <p:nvPr/>
        </p:nvSpPr>
        <p:spPr>
          <a:xfrm>
            <a:off x="8934450" y="3048000"/>
            <a:ext cx="3257550" cy="3810000"/>
          </a:xfrm>
          <a:custGeom>
            <a:avLst/>
            <a:ahLst/>
            <a:rect l="l" t="t" r="r" b="b"/>
            <a:pathLst>
              <a:path w="3257550" h="3810000">
                <a:moveTo>
                  <a:pt x="3257550" y="0"/>
                </a:moveTo>
                <a:lnTo>
                  <a:pt x="0" y="3810000"/>
                </a:lnTo>
                <a:lnTo>
                  <a:pt x="3257550" y="3810000"/>
                </a:lnTo>
                <a:lnTo>
                  <a:pt x="3257550" y="0"/>
                </a:lnTo>
                <a:close/>
              </a:path>
            </a:pathLst>
          </a:custGeom>
          <a:solidFill>
            <a:srgbClr val="17AFE3">
              <a:alpha val="65881"/>
            </a:srgbClr>
          </a:solidFill>
        </p:spPr>
        <p:txBody>
          <a:bodyPr bIns="0" lIns="0" rIns="0" rtlCol="0" tIns="0" wrap="square"/>
          <a:p>
            <a:r>
              <a:t/>
            </a:r>
          </a:p>
        </p:txBody>
      </p:sp>
      <p:sp>
        <p:nvSpPr>
          <p:cNvPr id="1048611" name="bg object 21"/>
          <p:cNvSpPr/>
          <p:nvPr/>
        </p:nvSpPr>
        <p:spPr>
          <a:xfrm>
            <a:off x="9337930" y="0"/>
            <a:ext cx="2854325" cy="6858000"/>
          </a:xfrm>
          <a:custGeom>
            <a:avLst/>
            <a:ahLst/>
            <a:rect l="l" t="t" r="r" b="b"/>
            <a:pathLst>
              <a:path w="2854325" h="6858000">
                <a:moveTo>
                  <a:pt x="2854069" y="0"/>
                </a:moveTo>
                <a:lnTo>
                  <a:pt x="0" y="0"/>
                </a:lnTo>
                <a:lnTo>
                  <a:pt x="2470020" y="6857996"/>
                </a:lnTo>
                <a:lnTo>
                  <a:pt x="2854069" y="6857996"/>
                </a:lnTo>
                <a:lnTo>
                  <a:pt x="2854069" y="0"/>
                </a:lnTo>
                <a:close/>
              </a:path>
            </a:pathLst>
          </a:custGeom>
          <a:solidFill>
            <a:srgbClr val="17AFE3">
              <a:alpha val="50195"/>
            </a:srgbClr>
          </a:solidFill>
        </p:spPr>
        <p:txBody>
          <a:bodyPr bIns="0" lIns="0" rIns="0" rtlCol="0" tIns="0" wrap="square"/>
          <a:p>
            <a:r>
              <a:t/>
            </a:r>
          </a:p>
        </p:txBody>
      </p:sp>
      <p:sp>
        <p:nvSpPr>
          <p:cNvPr id="1048612" name="bg object 22"/>
          <p:cNvSpPr/>
          <p:nvPr/>
        </p:nvSpPr>
        <p:spPr>
          <a:xfrm>
            <a:off x="10896600" y="0"/>
            <a:ext cx="1295400" cy="6858000"/>
          </a:xfrm>
          <a:custGeom>
            <a:avLst/>
            <a:ahLst/>
            <a:rect l="l" t="t" r="r" b="b"/>
            <a:pathLst>
              <a:path w="1295400" h="6858000">
                <a:moveTo>
                  <a:pt x="1295399" y="0"/>
                </a:moveTo>
                <a:lnTo>
                  <a:pt x="1022453" y="0"/>
                </a:lnTo>
                <a:lnTo>
                  <a:pt x="0" y="6857996"/>
                </a:lnTo>
                <a:lnTo>
                  <a:pt x="1295399" y="6857996"/>
                </a:lnTo>
                <a:lnTo>
                  <a:pt x="1295399" y="0"/>
                </a:lnTo>
                <a:close/>
              </a:path>
            </a:pathLst>
          </a:custGeom>
          <a:solidFill>
            <a:srgbClr val="2D83C3">
              <a:alpha val="70195"/>
            </a:srgbClr>
          </a:solidFill>
        </p:spPr>
        <p:txBody>
          <a:bodyPr bIns="0" lIns="0" rIns="0" rtlCol="0" tIns="0" wrap="square"/>
          <a:p>
            <a:r>
              <a:t/>
            </a:r>
          </a:p>
        </p:txBody>
      </p:sp>
      <p:sp>
        <p:nvSpPr>
          <p:cNvPr id="1048613" name="bg object 23"/>
          <p:cNvSpPr/>
          <p:nvPr/>
        </p:nvSpPr>
        <p:spPr>
          <a:xfrm>
            <a:off x="10936247" y="0"/>
            <a:ext cx="1256030" cy="6858000"/>
          </a:xfrm>
          <a:custGeom>
            <a:avLst/>
            <a:ahLst/>
            <a:rect l="l" t="t" r="r" b="b"/>
            <a:pathLst>
              <a:path w="1256029" h="6858000">
                <a:moveTo>
                  <a:pt x="1255752" y="0"/>
                </a:moveTo>
                <a:lnTo>
                  <a:pt x="0" y="0"/>
                </a:lnTo>
                <a:lnTo>
                  <a:pt x="1114527" y="6857996"/>
                </a:lnTo>
                <a:lnTo>
                  <a:pt x="1255752" y="6857996"/>
                </a:lnTo>
                <a:lnTo>
                  <a:pt x="1255752" y="0"/>
                </a:lnTo>
                <a:close/>
              </a:path>
            </a:pathLst>
          </a:custGeom>
          <a:solidFill>
            <a:srgbClr val="226192">
              <a:alpha val="79998"/>
            </a:srgbClr>
          </a:solidFill>
        </p:spPr>
        <p:txBody>
          <a:bodyPr bIns="0" lIns="0" rIns="0" rtlCol="0" tIns="0" wrap="square"/>
          <a:p>
            <a:r>
              <a:t/>
            </a:r>
          </a:p>
        </p:txBody>
      </p:sp>
      <p:sp>
        <p:nvSpPr>
          <p:cNvPr id="1048614" name="bg object 24"/>
          <p:cNvSpPr/>
          <p:nvPr/>
        </p:nvSpPr>
        <p:spPr>
          <a:xfrm>
            <a:off x="10372725" y="3590925"/>
            <a:ext cx="1819275" cy="3267075"/>
          </a:xfrm>
          <a:custGeom>
            <a:avLst/>
            <a:ahLst/>
            <a:rect l="l" t="t" r="r" b="b"/>
            <a:pathLst>
              <a:path w="1819275" h="3267075">
                <a:moveTo>
                  <a:pt x="1819275" y="0"/>
                </a:moveTo>
                <a:lnTo>
                  <a:pt x="0" y="3267075"/>
                </a:lnTo>
                <a:lnTo>
                  <a:pt x="1819275" y="3267075"/>
                </a:lnTo>
                <a:lnTo>
                  <a:pt x="1819275" y="0"/>
                </a:lnTo>
                <a:close/>
              </a:path>
            </a:pathLst>
          </a:custGeom>
          <a:solidFill>
            <a:srgbClr val="17AFE3">
              <a:alpha val="65881"/>
            </a:srgbClr>
          </a:solidFill>
        </p:spPr>
        <p:txBody>
          <a:bodyPr bIns="0" lIns="0" rIns="0" rtlCol="0" tIns="0" wrap="square"/>
          <a:p>
            <a:r>
              <a:t/>
            </a:r>
          </a:p>
        </p:txBody>
      </p:sp>
      <p:sp>
        <p:nvSpPr>
          <p:cNvPr id="1048615" name="bg object 25"/>
          <p:cNvSpPr/>
          <p:nvPr/>
        </p:nvSpPr>
        <p:spPr>
          <a:xfrm>
            <a:off x="0" y="4010025"/>
            <a:ext cx="447675" cy="2847975"/>
          </a:xfrm>
          <a:custGeom>
            <a:avLst/>
            <a:ahLst/>
            <a:rect l="l" t="t" r="r" b="b"/>
            <a:pathLst>
              <a:path w="447675" h="2847975">
                <a:moveTo>
                  <a:pt x="0" y="0"/>
                </a:moveTo>
                <a:lnTo>
                  <a:pt x="0" y="2847975"/>
                </a:lnTo>
                <a:lnTo>
                  <a:pt x="447675" y="2847975"/>
                </a:lnTo>
                <a:lnTo>
                  <a:pt x="0" y="0"/>
                </a:lnTo>
                <a:close/>
              </a:path>
            </a:pathLst>
          </a:custGeom>
          <a:solidFill>
            <a:srgbClr val="5FCAEE">
              <a:alpha val="70195"/>
            </a:srgbClr>
          </a:solidFill>
        </p:spPr>
        <p:txBody>
          <a:bodyPr bIns="0" lIns="0" rIns="0" rtlCol="0" tIns="0" wrap="square"/>
          <a:p>
            <a:r>
              <a:t/>
            </a:r>
          </a:p>
        </p:txBody>
      </p:sp>
      <p:sp>
        <p:nvSpPr>
          <p:cNvPr id="1048616" name="Holder 2"/>
          <p:cNvSpPr>
            <a:spLocks noGrp="1"/>
          </p:cNvSpPr>
          <p:nvPr>
            <p:ph type="title"/>
          </p:nvPr>
        </p:nvSpPr>
        <p:spPr>
          <a:xfrm>
            <a:off x="755332" y="385444"/>
            <a:ext cx="10681335" cy="758190"/>
          </a:xfrm>
          <a:prstGeom prst="rect"/>
        </p:spPr>
        <p:txBody>
          <a:bodyPr bIns="0" lIns="0" rIns="0" tIns="0" wrap="square">
            <a:spAutoFit/>
          </a:bodyPr>
          <a:lstStyle>
            <a:lvl1pPr>
              <a:defRPr b="1" sz="480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r>
              <a:t/>
            </a:r>
          </a:p>
        </p:txBody>
      </p:sp>
      <p:sp>
        <p:nvSpPr>
          <p:cNvPr id="1048617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/>
        </p:spPr>
        <p:txBody>
          <a:bodyPr bIns="0" lIns="0" rIns="0" tIns="0" wrap="square">
            <a:spAutoFit/>
          </a:bodyPr>
          <a:p>
            <a:r>
              <a:t/>
            </a:r>
          </a:p>
        </p:txBody>
      </p:sp>
      <p:sp>
        <p:nvSpPr>
          <p:cNvPr id="1048618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/>
        </p:spPr>
        <p:txBody>
          <a:bodyPr bIns="0" lIns="0" rIns="0" tIns="0" wrap="square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t/>
            </a:r>
          </a:p>
        </p:txBody>
      </p:sp>
      <p:sp>
        <p:nvSpPr>
          <p:cNvPr id="1048619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/>
        </p:spPr>
        <p:txBody>
          <a:bodyPr bIns="0" lIns="0" rIns="0" tIns="0" wrap="square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8/18/2025</a:t>
            </a:fld>
            <a:endParaRPr lang="en-US"/>
          </a:p>
        </p:txBody>
      </p:sp>
      <p:sp>
        <p:nvSpPr>
          <p:cNvPr id="1048620" name="Holder 6"/>
          <p:cNvSpPr>
            <a:spLocks noGrp="1"/>
          </p:cNvSpPr>
          <p:nvPr>
            <p:ph type="sldNum" sz="quarter" idx="7"/>
          </p:nvPr>
        </p:nvSpPr>
        <p:spPr>
          <a:xfrm>
            <a:off x="11353418" y="6473337"/>
            <a:ext cx="151129" cy="191770"/>
          </a:xfrm>
          <a:prstGeom prst="rect"/>
        </p:spPr>
        <p:txBody>
          <a:bodyPr bIns="0" lIns="0" rIns="0" tIns="0" wrap="square">
            <a:spAutoFit/>
          </a:bodyPr>
          <a:lstStyle>
            <a:lvl1pPr>
              <a:defRPr b="0" sz="1100" i="0">
                <a:solidFill>
                  <a:srgbClr val="2D936B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10"/>
              <a:t>‹#›</a:t>
            </a:fld>
            <a:endParaRPr dirty="0" spc="10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4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2.png"/><Relationship Id="rId3" Type="http://schemas.openxmlformats.org/officeDocument/2006/relationships/image" Target="../media/image4.jpeg"/><Relationship Id="rId4" Type="http://schemas.openxmlformats.org/officeDocument/2006/relationships/slideLayout" Target="../slideLayouts/slideLayout4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9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4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4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image" Target="../media/image9.jpe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4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image" Target="../media/image11.jpeg"/><Relationship Id="rId2" Type="http://schemas.openxmlformats.org/officeDocument/2006/relationships/slideLayout" Target="../slideLayouts/slideLayout4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object 2"/>
          <p:cNvGrpSpPr/>
          <p:nvPr/>
        </p:nvGrpSpPr>
        <p:grpSpPr>
          <a:xfrm>
            <a:off x="876299" y="990600"/>
            <a:ext cx="1743075" cy="1333500"/>
            <a:chOff x="742950" y="1104900"/>
            <a:chExt cx="1743075" cy="1333500"/>
          </a:xfrm>
        </p:grpSpPr>
        <p:sp>
          <p:nvSpPr>
            <p:cNvPr id="1048656" name="object 3"/>
            <p:cNvSpPr/>
            <p:nvPr/>
          </p:nvSpPr>
          <p:spPr>
            <a:xfrm>
              <a:off x="742950" y="1381125"/>
              <a:ext cx="1228725" cy="1057275"/>
            </a:xfrm>
            <a:custGeom>
              <a:avLst/>
              <a:ahLst/>
              <a:rect l="l" t="t" r="r" b="b"/>
              <a:pathLst>
                <a:path w="1228725" h="1057275">
                  <a:moveTo>
                    <a:pt x="964438" y="0"/>
                  </a:moveTo>
                  <a:lnTo>
                    <a:pt x="264312" y="0"/>
                  </a:lnTo>
                  <a:lnTo>
                    <a:pt x="0" y="528701"/>
                  </a:lnTo>
                  <a:lnTo>
                    <a:pt x="264312" y="1057275"/>
                  </a:lnTo>
                  <a:lnTo>
                    <a:pt x="964438" y="1057275"/>
                  </a:lnTo>
                  <a:lnTo>
                    <a:pt x="1228725" y="528701"/>
                  </a:lnTo>
                  <a:lnTo>
                    <a:pt x="964438" y="0"/>
                  </a:lnTo>
                  <a:close/>
                </a:path>
              </a:pathLst>
            </a:custGeom>
            <a:solidFill>
              <a:srgbClr val="5FCAEE"/>
            </a:solidFill>
          </p:spPr>
          <p:txBody>
            <a:bodyPr bIns="0" lIns="0" rIns="0" rtlCol="0" tIns="0" wrap="square"/>
            <a:p/>
          </p:txBody>
        </p:sp>
        <p:sp>
          <p:nvSpPr>
            <p:cNvPr id="1048657" name="object 4"/>
            <p:cNvSpPr/>
            <p:nvPr/>
          </p:nvSpPr>
          <p:spPr>
            <a:xfrm>
              <a:off x="1838325" y="1104900"/>
              <a:ext cx="647700" cy="561975"/>
            </a:xfrm>
            <a:custGeom>
              <a:avLst/>
              <a:ahLst/>
              <a:rect l="l" t="t" r="r" b="b"/>
              <a:pathLst>
                <a:path w="647700" h="561975">
                  <a:moveTo>
                    <a:pt x="507238" y="0"/>
                  </a:moveTo>
                  <a:lnTo>
                    <a:pt x="140462" y="0"/>
                  </a:lnTo>
                  <a:lnTo>
                    <a:pt x="0" y="280924"/>
                  </a:lnTo>
                  <a:lnTo>
                    <a:pt x="140462" y="561975"/>
                  </a:lnTo>
                  <a:lnTo>
                    <a:pt x="507238" y="561975"/>
                  </a:lnTo>
                  <a:lnTo>
                    <a:pt x="647700" y="280924"/>
                  </a:lnTo>
                  <a:lnTo>
                    <a:pt x="507238" y="0"/>
                  </a:lnTo>
                  <a:close/>
                </a:path>
              </a:pathLst>
            </a:custGeom>
            <a:solidFill>
              <a:srgbClr val="2D936B"/>
            </a:solidFill>
          </p:spPr>
          <p:txBody>
            <a:bodyPr bIns="0" lIns="0" rIns="0" rtlCol="0" tIns="0" wrap="square"/>
            <a:p/>
          </p:txBody>
        </p:sp>
      </p:grpSp>
      <p:sp>
        <p:nvSpPr>
          <p:cNvPr id="1048658" name="object 5"/>
          <p:cNvSpPr/>
          <p:nvPr/>
        </p:nvSpPr>
        <p:spPr>
          <a:xfrm>
            <a:off x="3752850" y="1190625"/>
            <a:ext cx="1666875" cy="1438275"/>
          </a:xfrm>
          <a:custGeom>
            <a:avLst/>
            <a:ahLst/>
            <a:rect l="l" t="t" r="r" b="b"/>
            <a:pathLst>
              <a:path w="1666875" h="1438275">
                <a:moveTo>
                  <a:pt x="1307338" y="0"/>
                </a:moveTo>
                <a:lnTo>
                  <a:pt x="359537" y="0"/>
                </a:lnTo>
                <a:lnTo>
                  <a:pt x="0" y="719074"/>
                </a:lnTo>
                <a:lnTo>
                  <a:pt x="359537" y="1438275"/>
                </a:lnTo>
                <a:lnTo>
                  <a:pt x="1307338" y="1438275"/>
                </a:lnTo>
                <a:lnTo>
                  <a:pt x="1666875" y="719074"/>
                </a:lnTo>
                <a:lnTo>
                  <a:pt x="1307338" y="0"/>
                </a:lnTo>
                <a:close/>
              </a:path>
            </a:pathLst>
          </a:custGeom>
          <a:solidFill>
            <a:srgbClr val="42D0A1"/>
          </a:solidFill>
        </p:spPr>
        <p:txBody>
          <a:bodyPr bIns="0" lIns="0" rIns="0" rtlCol="0" tIns="0" wrap="square"/>
          <a:p/>
        </p:txBody>
      </p:sp>
      <p:sp>
        <p:nvSpPr>
          <p:cNvPr id="1048659" name="object 6"/>
          <p:cNvSpPr/>
          <p:nvPr/>
        </p:nvSpPr>
        <p:spPr>
          <a:xfrm>
            <a:off x="3800475" y="5229225"/>
            <a:ext cx="723900" cy="619125"/>
          </a:xfrm>
          <a:custGeom>
            <a:avLst/>
            <a:ahLst/>
            <a:rect l="l" t="t" r="r" b="b"/>
            <a:pathLst>
              <a:path w="723900" h="619125">
                <a:moveTo>
                  <a:pt x="569087" y="0"/>
                </a:moveTo>
                <a:lnTo>
                  <a:pt x="154812" y="0"/>
                </a:lnTo>
                <a:lnTo>
                  <a:pt x="0" y="309625"/>
                </a:lnTo>
                <a:lnTo>
                  <a:pt x="154812" y="619125"/>
                </a:lnTo>
                <a:lnTo>
                  <a:pt x="569087" y="619125"/>
                </a:lnTo>
                <a:lnTo>
                  <a:pt x="723900" y="309625"/>
                </a:lnTo>
                <a:lnTo>
                  <a:pt x="569087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bIns="0" lIns="0" rIns="0" rtlCol="0" tIns="0" wrap="square"/>
          <a:p/>
        </p:txBody>
      </p:sp>
      <p:sp>
        <p:nvSpPr>
          <p:cNvPr id="1048660" name="object 7"/>
          <p:cNvSpPr txBox="1">
            <a:spLocks noGrp="1"/>
          </p:cNvSpPr>
          <p:nvPr>
            <p:ph type="ctrTitle"/>
          </p:nvPr>
        </p:nvSpPr>
        <p:spPr>
          <a:xfrm>
            <a:off x="1523999" y="19665"/>
            <a:ext cx="7629525" cy="1001556"/>
          </a:xfrm>
          <a:prstGeom prst="rect"/>
        </p:spPr>
        <p:txBody>
          <a:bodyPr bIns="0" lIns="0" rIns="0" rtlCol="0" tIns="16510" vert="horz" wrap="square">
            <a:spAutoFit/>
          </a:bodyPr>
          <a:p>
            <a:pPr marL="3213735">
              <a:spcBef>
                <a:spcPts val="130"/>
              </a:spcBef>
            </a:pPr>
            <a:r>
              <a:rPr b="1" dirty="0" i="0" lang="en-US">
                <a:solidFill>
                  <a:srgbClr val="0F0F0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Digital Portfolio </a:t>
            </a:r>
            <a:br>
              <a:rPr b="1" dirty="0" i="0" lang="en-US">
                <a:solidFill>
                  <a:srgbClr val="0F0F0F"/>
                </a:solidFill>
                <a:effectLst/>
                <a:latin typeface="Roboto" panose="020F0502020204030204" pitchFamily="2" charset="0"/>
              </a:rPr>
            </a:br>
            <a:endParaRPr dirty="0" spc="15"/>
          </a:p>
        </p:txBody>
      </p:sp>
      <p:pic>
        <p:nvPicPr>
          <p:cNvPr id="2097156" name="object 9"/>
          <p:cNvPicPr>
            <a:picLocks/>
          </p:cNvPicPr>
          <p:nvPr/>
        </p:nvPicPr>
        <p:blipFill>
          <a:blip xmlns:r="http://schemas.openxmlformats.org/officeDocument/2006/relationships" r:embed="rId1" cstate="print"/>
          <a:stretch>
            <a:fillRect/>
          </a:stretch>
        </p:blipFill>
        <p:spPr>
          <a:xfrm>
            <a:off x="676275" y="6467475"/>
            <a:ext cx="2143125" cy="200025"/>
          </a:xfrm>
          <a:prstGeom prst="rect"/>
        </p:spPr>
      </p:pic>
      <p:sp>
        <p:nvSpPr>
          <p:cNvPr id="1048661" name="object 11"/>
          <p:cNvSpPr txBox="1">
            <a:spLocks noGrp="1"/>
          </p:cNvSpPr>
          <p:nvPr>
            <p:ph type="sldNum" sz="quarter" idx="7"/>
          </p:nvPr>
        </p:nvSpPr>
        <p:spPr>
          <a:prstGeom prst="rect"/>
        </p:spPr>
        <p:txBody>
          <a:bodyPr bIns="0" lIns="0" rIns="0" rtlCol="0" tIns="6985" vert="horz" wrap="square">
            <a:spAutoFit/>
          </a:bodyPr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10"/>
              <a:t>1</a:t>
            </a:fld>
            <a:endParaRPr dirty="0" spc="10"/>
          </a:p>
        </p:txBody>
      </p:sp>
      <p:sp>
        <p:nvSpPr>
          <p:cNvPr id="1048662" name="TextBox 13"/>
          <p:cNvSpPr txBox="1"/>
          <p:nvPr/>
        </p:nvSpPr>
        <p:spPr>
          <a:xfrm>
            <a:off x="2893947" y="3978910"/>
            <a:ext cx="8610600" cy="2580640"/>
          </a:xfrm>
          <a:prstGeom prst="rect"/>
          <a:noFill/>
        </p:spPr>
        <p:txBody>
          <a:bodyPr anchor="t" bIns="45720" lIns="91440" rIns="91440" rtlCol="0" tIns="45720" wrap="square">
            <a:spAutoFit/>
          </a:bodyPr>
          <a:p>
            <a:r>
              <a:rPr dirty="0" sz="2400" lang="en-US"/>
              <a:t>STUDENT NAME: </a:t>
            </a:r>
            <a:r>
              <a:rPr altLang="en-GB" dirty="0" sz="2400" lang="en-US"/>
              <a:t>M</a:t>
            </a:r>
            <a:r>
              <a:rPr altLang="en-GB" dirty="0" sz="2400" lang="en-US"/>
              <a:t>A</a:t>
            </a:r>
            <a:r>
              <a:rPr altLang="en-GB" dirty="0" sz="2400" lang="en-US"/>
              <a:t>N</a:t>
            </a:r>
            <a:r>
              <a:rPr altLang="en-GB" dirty="0" sz="2400" lang="en-US"/>
              <a:t>OJ </a:t>
            </a:r>
            <a:r>
              <a:rPr altLang="en-GB" dirty="0" sz="2400" lang="en-US"/>
              <a:t>SHANKAR </a:t>
            </a:r>
            <a:r>
              <a:rPr altLang="en-GB" dirty="0" sz="2400" lang="en-US"/>
              <a:t>M </a:t>
            </a:r>
            <a:endParaRPr altLang="en-US" lang="zh-CN"/>
          </a:p>
          <a:p>
            <a:r>
              <a:rPr dirty="0" sz="2400" lang="en-US"/>
              <a:t>REGISTER NO AND NMID: </a:t>
            </a:r>
            <a:r>
              <a:rPr altLang="en-GB" dirty="0" sz="2400" lang="en-US"/>
              <a:t>2</a:t>
            </a:r>
            <a:r>
              <a:rPr altLang="en-GB" dirty="0" sz="2400" lang="en-US"/>
              <a:t>2</a:t>
            </a:r>
            <a:r>
              <a:rPr altLang="en-GB" dirty="0" sz="2400" lang="en-US"/>
              <a:t>2</a:t>
            </a:r>
            <a:r>
              <a:rPr altLang="en-GB" dirty="0" sz="2400" lang="en-US"/>
              <a:t>4</a:t>
            </a:r>
            <a:r>
              <a:rPr altLang="en-GB" dirty="0" sz="2400" lang="en-US"/>
              <a:t>0</a:t>
            </a:r>
            <a:r>
              <a:rPr altLang="en-GB" dirty="0" sz="2400" lang="en-US"/>
              <a:t>4</a:t>
            </a:r>
            <a:r>
              <a:rPr altLang="en-GB" dirty="0" sz="2400" lang="en-US"/>
              <a:t>3</a:t>
            </a:r>
            <a:r>
              <a:rPr altLang="en-GB" dirty="0" sz="2400" lang="en-US"/>
              <a:t>6</a:t>
            </a:r>
            <a:r>
              <a:rPr altLang="en-GB" dirty="0" sz="2400" lang="en-US"/>
              <a:t>1</a:t>
            </a:r>
            <a:r>
              <a:rPr altLang="en-GB" dirty="0" sz="2400" lang="en-US"/>
              <a:t> </a:t>
            </a:r>
            <a:r>
              <a:rPr altLang="en-GB" dirty="0" sz="2400" lang="en-US"/>
              <a:t>5</a:t>
            </a:r>
            <a:r>
              <a:rPr altLang="en-GB" dirty="0" sz="2400" lang="en-US"/>
              <a:t>A</a:t>
            </a:r>
            <a:r>
              <a:rPr altLang="en-GB" dirty="0" sz="2400" lang="en-US"/>
              <a:t>F</a:t>
            </a:r>
            <a:r>
              <a:rPr altLang="en-GB" dirty="0" sz="2400" lang="en-US"/>
              <a:t>8</a:t>
            </a:r>
            <a:r>
              <a:rPr altLang="en-GB" dirty="0" sz="2400" lang="en-US"/>
              <a:t>6</a:t>
            </a:r>
            <a:r>
              <a:rPr altLang="en-GB" dirty="0" sz="2400" lang="en-US"/>
              <a:t>9</a:t>
            </a:r>
            <a:r>
              <a:rPr altLang="en-GB" dirty="0" sz="2400" lang="en-US"/>
              <a:t>4</a:t>
            </a:r>
            <a:r>
              <a:rPr altLang="en-GB" dirty="0" sz="2400" lang="en-US"/>
              <a:t>1</a:t>
            </a:r>
            <a:r>
              <a:rPr altLang="en-GB" dirty="0" sz="2400" lang="en-US"/>
              <a:t>3</a:t>
            </a:r>
            <a:r>
              <a:rPr altLang="en-GB" dirty="0" sz="2400" lang="en-US"/>
              <a:t>5</a:t>
            </a:r>
            <a:r>
              <a:rPr altLang="en-GB" dirty="0" sz="2400" lang="en-US"/>
              <a:t>5</a:t>
            </a:r>
            <a:r>
              <a:rPr altLang="en-GB" dirty="0" sz="2400" lang="en-US"/>
              <a:t>E</a:t>
            </a:r>
            <a:r>
              <a:rPr altLang="en-GB" dirty="0" sz="2400" lang="en-US"/>
              <a:t>9</a:t>
            </a:r>
            <a:r>
              <a:rPr altLang="en-GB" dirty="0" sz="2400" lang="en-US"/>
              <a:t>A</a:t>
            </a:r>
            <a:r>
              <a:rPr altLang="en-GB" dirty="0" sz="2400" lang="en-US"/>
              <a:t>C</a:t>
            </a:r>
            <a:r>
              <a:rPr altLang="en-GB" dirty="0" sz="2400" lang="en-US"/>
              <a:t>9</a:t>
            </a:r>
            <a:r>
              <a:rPr altLang="en-GB" dirty="0" sz="2400" lang="en-US"/>
              <a:t>E</a:t>
            </a:r>
            <a:r>
              <a:rPr altLang="en-GB" dirty="0" sz="2400" lang="en-US"/>
              <a:t>1</a:t>
            </a:r>
            <a:r>
              <a:rPr altLang="en-GB" dirty="0" sz="2400" lang="en-US"/>
              <a:t>C</a:t>
            </a:r>
            <a:r>
              <a:rPr altLang="en-GB" dirty="0" sz="2400" lang="en-US"/>
              <a:t>4</a:t>
            </a:r>
            <a:r>
              <a:rPr altLang="en-GB" dirty="0" sz="2400" lang="en-US"/>
              <a:t>D</a:t>
            </a:r>
            <a:r>
              <a:rPr altLang="en-GB" dirty="0" sz="2400" lang="en-US"/>
              <a:t>2</a:t>
            </a:r>
            <a:r>
              <a:rPr altLang="en-GB" dirty="0" sz="2400" lang="en-US"/>
              <a:t>B</a:t>
            </a:r>
            <a:r>
              <a:rPr altLang="en-GB" dirty="0" sz="2400" lang="en-US"/>
              <a:t>A</a:t>
            </a:r>
            <a:r>
              <a:rPr altLang="en-GB" dirty="0" sz="2400" lang="en-US"/>
              <a:t>A</a:t>
            </a:r>
            <a:endParaRPr dirty="0" sz="2400" lang="en-US">
              <a:cs typeface="Calibri"/>
            </a:endParaRPr>
          </a:p>
          <a:p>
            <a:r>
              <a:rPr dirty="0" sz="2400" lang="en-US"/>
              <a:t>DEPARTMENT: </a:t>
            </a:r>
            <a:r>
              <a:rPr altLang="en-GB" dirty="0" sz="2400" lang="en-US"/>
              <a:t>B</a:t>
            </a:r>
            <a:r>
              <a:rPr altLang="en-GB" dirty="0" sz="2400" lang="en-US"/>
              <a:t>S</a:t>
            </a:r>
            <a:r>
              <a:rPr altLang="en-GB" dirty="0" sz="2400" lang="en-US"/>
              <a:t>C </a:t>
            </a:r>
            <a:r>
              <a:rPr altLang="en-GB" dirty="0" sz="2400" lang="en-US"/>
              <a:t>COMPUTER </a:t>
            </a:r>
            <a:r>
              <a:rPr altLang="en-GB" dirty="0" sz="2400" lang="en-US"/>
              <a:t>SCIENCE</a:t>
            </a:r>
            <a:endParaRPr altLang="en-US" lang="zh-CN"/>
          </a:p>
          <a:p>
            <a:r>
              <a:rPr dirty="0" sz="2400" lang="en-US"/>
              <a:t>COLLEGE: COLLEGE/ UNIVERSITY</a:t>
            </a:r>
            <a:r>
              <a:rPr altLang="en-GB" dirty="0" sz="2400" lang="en-US"/>
              <a:t> </a:t>
            </a:r>
            <a:r>
              <a:rPr altLang="en-GB" dirty="0" sz="2400" lang="en-US"/>
              <a:t>A</a:t>
            </a:r>
            <a:r>
              <a:rPr altLang="en-GB" dirty="0" sz="2400" lang="en-US"/>
              <a:t>G</a:t>
            </a:r>
            <a:r>
              <a:rPr altLang="en-GB" dirty="0" sz="2400" lang="en-US"/>
              <a:t>U</a:t>
            </a:r>
            <a:r>
              <a:rPr altLang="en-GB" dirty="0" sz="2400" lang="en-US"/>
              <a:t>R</a:t>
            </a:r>
            <a:r>
              <a:rPr altLang="en-GB" dirty="0" sz="2400" lang="en-US"/>
              <a:t>C</a:t>
            </a:r>
            <a:r>
              <a:rPr altLang="en-GB" dirty="0" sz="2400" lang="en-US"/>
              <a:t>H</a:t>
            </a:r>
            <a:r>
              <a:rPr altLang="en-GB" dirty="0" sz="2400" lang="en-US"/>
              <a:t>A</a:t>
            </a:r>
            <a:r>
              <a:rPr altLang="en-GB" dirty="0" sz="2400" lang="en-US"/>
              <a:t>N</a:t>
            </a:r>
            <a:r>
              <a:rPr altLang="en-GB" dirty="0" sz="2400" lang="en-US"/>
              <a:t>D</a:t>
            </a:r>
            <a:r>
              <a:rPr altLang="en-GB" dirty="0" sz="2400" lang="en-US"/>
              <a:t> </a:t>
            </a:r>
            <a:r>
              <a:rPr altLang="en-GB" dirty="0" sz="2400" lang="en-US"/>
              <a:t>MANMULL </a:t>
            </a:r>
            <a:r>
              <a:rPr altLang="en-GB" dirty="0" sz="2400" lang="en-US"/>
              <a:t>JAIN </a:t>
            </a:r>
            <a:r>
              <a:rPr altLang="en-GB" dirty="0" sz="2400" lang="en-US"/>
              <a:t>COLLEGE</a:t>
            </a:r>
            <a:r>
              <a:rPr altLang="en-GB" dirty="0" sz="2400" lang="en-US"/>
              <a:t>/</a:t>
            </a:r>
            <a:r>
              <a:rPr altLang="en-GB" dirty="0" sz="2400" lang="en-US"/>
              <a:t>U</a:t>
            </a:r>
            <a:r>
              <a:rPr altLang="en-GB" dirty="0" sz="2400" lang="en-US"/>
              <a:t>N</a:t>
            </a:r>
            <a:r>
              <a:rPr altLang="en-GB" dirty="0" sz="2400" lang="en-US"/>
              <a:t>I</a:t>
            </a:r>
            <a:r>
              <a:rPr altLang="en-GB" dirty="0" sz="2400" lang="en-US"/>
              <a:t>V</a:t>
            </a:r>
            <a:r>
              <a:rPr altLang="en-GB" dirty="0" sz="2400" lang="en-US"/>
              <a:t>ERSITY </a:t>
            </a:r>
            <a:r>
              <a:rPr altLang="en-GB" dirty="0" sz="2400" lang="en-US"/>
              <a:t>O</a:t>
            </a:r>
            <a:r>
              <a:rPr altLang="en-GB" dirty="0" sz="2400" lang="en-US"/>
              <a:t>F</a:t>
            </a:r>
            <a:r>
              <a:rPr altLang="en-GB" dirty="0" sz="2400" lang="en-US"/>
              <a:t> </a:t>
            </a:r>
            <a:r>
              <a:rPr altLang="en-GB" dirty="0" sz="2400" lang="en-US"/>
              <a:t>M</a:t>
            </a:r>
            <a:r>
              <a:rPr altLang="en-GB" dirty="0" sz="2400" lang="en-US"/>
              <a:t>A</a:t>
            </a:r>
            <a:r>
              <a:rPr altLang="en-GB" dirty="0" sz="2400" lang="en-US"/>
              <a:t>D</a:t>
            </a:r>
            <a:r>
              <a:rPr altLang="en-GB" dirty="0" sz="2400" lang="en-US"/>
              <a:t>R</a:t>
            </a:r>
            <a:r>
              <a:rPr altLang="en-GB" dirty="0" sz="2400" lang="en-US"/>
              <a:t>AS </a:t>
            </a:r>
            <a:endParaRPr altLang="en-US" lang="zh-CN"/>
          </a:p>
          <a:p>
            <a:r>
              <a:rPr dirty="0" sz="2400" lang="en-US"/>
              <a:t>           </a:t>
            </a:r>
            <a:endParaRPr dirty="0" sz="2400" lang="en-IN"/>
          </a:p>
        </p:txBody>
      </p:sp>
      <p:sp>
        <p:nvSpPr>
          <p:cNvPr id="1048663" name=""/>
          <p:cNvSpPr txBox="1"/>
          <p:nvPr/>
        </p:nvSpPr>
        <p:spPr>
          <a:xfrm>
            <a:off x="4096000" y="3219450"/>
            <a:ext cx="4000000" cy="510540"/>
          </a:xfrm>
          <a:prstGeom prst="rect"/>
        </p:spPr>
        <p:txBody>
          <a:bodyPr rtlCol="0" wrap="square">
            <a:spAutoFit/>
          </a:bodyPr>
          <a:p>
            <a:r>
              <a:rPr sz="2800" lang="en-GB">
                <a:solidFill>
                  <a:srgbClr val="000000"/>
                </a:solidFill>
              </a:rPr>
              <a:t/>
            </a:r>
            <a:endParaRPr sz="2800" lang="en-GB">
              <a:solidFill>
                <a:srgbClr val="000000"/>
              </a:solidFill>
            </a:endParaRPr>
          </a:p>
        </p:txBody>
      </p:sp>
      <p:sp>
        <p:nvSpPr>
          <p:cNvPr id="1048664" name=""/>
          <p:cNvSpPr txBox="1"/>
          <p:nvPr/>
        </p:nvSpPr>
        <p:spPr>
          <a:xfrm>
            <a:off x="4096000" y="3219450"/>
            <a:ext cx="4000000" cy="510540"/>
          </a:xfrm>
          <a:prstGeom prst="rect"/>
        </p:spPr>
        <p:txBody>
          <a:bodyPr rtlCol="0" wrap="square">
            <a:spAutoFit/>
          </a:bodyPr>
          <a:p>
            <a:r>
              <a:rPr sz="2800" lang="en-GB">
                <a:solidFill>
                  <a:srgbClr val="000000"/>
                </a:solidFill>
              </a:rPr>
              <a:t/>
            </a:r>
            <a:endParaRPr sz="2800" lang="en-GB">
              <a:solidFill>
                <a:srgbClr val="000000"/>
              </a:solidFill>
            </a:endParaRPr>
          </a:p>
        </p:txBody>
      </p:sp>
      <p:sp>
        <p:nvSpPr>
          <p:cNvPr id="1048759" name=""/>
          <p:cNvSpPr txBox="1"/>
          <p:nvPr/>
        </p:nvSpPr>
        <p:spPr>
          <a:xfrm>
            <a:off x="4096000" y="3219450"/>
            <a:ext cx="4000000" cy="510540"/>
          </a:xfrm>
          <a:prstGeom prst="rect"/>
        </p:spPr>
        <p:txBody>
          <a:bodyPr rtlCol="0" wrap="square">
            <a:spAutoFit/>
          </a:bodyPr>
          <a:p>
            <a:r>
              <a:rPr sz="2800" lang="en-GB">
                <a:solidFill>
                  <a:srgbClr val="000000"/>
                </a:solidFill>
              </a:rPr>
              <a:t/>
            </a:r>
            <a:endParaRPr sz="2800" lang="en-GB">
              <a:solidFill>
                <a:srgbClr val="00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000">
        <p:cover dir="l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8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ah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bIns="0" lIns="0" rIns="0" rtlCol="0" tIns="0" wrap="square"/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altLang="en-GB" dirty="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altLang="en-GB" dirty="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altLang="en-GB" dirty="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altLang="en-GB" dirty="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altLang="en-GB" dirty="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altLang="en-GB" dirty="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altLang="en-GB" dirty="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altLang="en-GB" dirty="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altLang="en-GB" dirty="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altLang="en-GB" dirty="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altLang="en-GB" dirty="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altLang="en-GB" dirty="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altLang="en-GB" dirty="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altLang="en-GB" dirty="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altLang="en-GB" dirty="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altLang="en-GB" dirty="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altLang="en-GB" dirty="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altLang="en-GB" dirty="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altLang="en-GB" dirty="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altLang="en-GB" dirty="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altLang="en-GB" dirty="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altLang="en-GB" dirty="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altLang="en-GB" dirty="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altLang="en-GB" dirty="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altLang="en-GB" dirty="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altLang="en-GB" dirty="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altLang="en-GB" dirty="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altLang="en-GB" dirty="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altLang="en-GB" dirty="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altLang="en-GB" dirty="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altLang="en-GB" dirty="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altLang="en-GB" dirty="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altLang="en-GB" dirty="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altLang="en-GB" dirty="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altLang="en-GB" dirty="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altLang="en-GB" dirty="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altLang="en-GB" dirty="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altLang="en-GB" dirty="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altLang="en-GB" dirty="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altLang="en-GB" dirty="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altLang="en-GB" dirty="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altLang="en-GB" dirty="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altLang="en-GB" dirty="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altLang="en-GB" dirty="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altLang="en-GB" dirty="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altLang="en-GB" dirty="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altLang="en-GB" dirty="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altLang="en-GB" dirty="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altLang="en-GB" dirty="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altLang="en-GB" dirty="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altLang="en-GB" dirty="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altLang="en-GB" dirty="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altLang="en-GB" dirty="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altLang="en-GB" dirty="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altLang="en-GB" dirty="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altLang="en-GB" dirty="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altLang="en-GB" dirty="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altLang="en-GB" dirty="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altLang="en-GB" dirty="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altLang="en-GB" dirty="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altLang="en-GB" dirty="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altLang="en-GB" dirty="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altLang="en-GB" dirty="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altLang="en-GB" dirty="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altLang="en-GB" dirty="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altLang="en-GB" dirty="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ML </a:t>
            </a:r>
            <a:r>
              <a:rPr altLang="en-GB" dirty="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altLang="en-GB" dirty="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altLang="en-GB" dirty="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altLang="en-GB" dirty="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altLang="en-GB" dirty="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LS 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9" name="object 3"/>
          <p:cNvGrpSpPr/>
          <p:nvPr/>
        </p:nvGrpSpPr>
        <p:grpSpPr>
          <a:xfrm>
            <a:off x="7443849" y="0"/>
            <a:ext cx="4752975" cy="6863080"/>
            <a:chOff x="7443849" y="0"/>
            <a:chExt cx="4752975" cy="6863080"/>
          </a:xfrm>
        </p:grpSpPr>
        <p:sp>
          <p:nvSpPr>
            <p:cNvPr id="1048669" name="object 4"/>
            <p:cNvSpPr/>
            <p:nvPr/>
          </p:nvSpPr>
          <p:spPr>
            <a:xfrm>
              <a:off x="9377426" y="4825"/>
              <a:ext cx="1218565" cy="6853555"/>
            </a:xfrm>
            <a:custGeom>
              <a:avLst/>
              <a:ahLst/>
              <a:rect l="l" t="t" r="r" b="b"/>
              <a:pathLst>
                <a:path w="1218565" h="6853555">
                  <a:moveTo>
                    <a:pt x="0" y="0"/>
                  </a:moveTo>
                  <a:lnTo>
                    <a:pt x="1218352" y="6853171"/>
                  </a:lnTo>
                </a:path>
              </a:pathLst>
            </a:custGeom>
            <a:ln w="9525">
              <a:solidFill>
                <a:srgbClr val="5FCAEE"/>
              </a:solidFill>
            </a:ln>
          </p:spPr>
          <p:txBody>
            <a:bodyPr bIns="0" lIns="0" rIns="0" rtlCol="0" tIns="0" wrap="square"/>
            <a:p/>
          </p:txBody>
        </p:sp>
        <p:sp>
          <p:nvSpPr>
            <p:cNvPr id="1048670" name="object 5"/>
            <p:cNvSpPr/>
            <p:nvPr/>
          </p:nvSpPr>
          <p:spPr>
            <a:xfrm>
              <a:off x="7448612" y="3694896"/>
              <a:ext cx="4743450" cy="3163570"/>
            </a:xfrm>
            <a:custGeom>
              <a:avLst/>
              <a:ahLst/>
              <a:rect l="l" t="t" r="r" b="b"/>
              <a:pathLst>
                <a:path w="4743450" h="3163570">
                  <a:moveTo>
                    <a:pt x="4743387" y="0"/>
                  </a:moveTo>
                  <a:lnTo>
                    <a:pt x="0" y="3163101"/>
                  </a:lnTo>
                </a:path>
              </a:pathLst>
            </a:custGeom>
            <a:ln w="9525">
              <a:solidFill>
                <a:srgbClr val="5FCAEE"/>
              </a:solidFill>
            </a:ln>
          </p:spPr>
          <p:txBody>
            <a:bodyPr bIns="0" lIns="0" rIns="0" rtlCol="0" tIns="0" wrap="square"/>
            <a:p/>
          </p:txBody>
        </p:sp>
        <p:sp>
          <p:nvSpPr>
            <p:cNvPr id="1048671" name="object 6"/>
            <p:cNvSpPr/>
            <p:nvPr/>
          </p:nvSpPr>
          <p:spPr>
            <a:xfrm>
              <a:off x="9182100" y="0"/>
              <a:ext cx="3009900" cy="6858000"/>
            </a:xfrm>
            <a:custGeom>
              <a:avLst/>
              <a:ahLst/>
              <a:rect l="l" t="t" r="r" b="b"/>
              <a:pathLst>
                <a:path w="3009900" h="6858000">
                  <a:moveTo>
                    <a:pt x="3009899" y="0"/>
                  </a:moveTo>
                  <a:lnTo>
                    <a:pt x="2044399" y="0"/>
                  </a:lnTo>
                  <a:lnTo>
                    <a:pt x="0" y="6857996"/>
                  </a:lnTo>
                  <a:lnTo>
                    <a:pt x="3009899" y="6857996"/>
                  </a:lnTo>
                  <a:lnTo>
                    <a:pt x="3009899" y="0"/>
                  </a:lnTo>
                  <a:close/>
                </a:path>
              </a:pathLst>
            </a:custGeom>
            <a:solidFill>
              <a:srgbClr val="5FCAEE">
                <a:alpha val="36077"/>
              </a:srgbClr>
            </a:solidFill>
          </p:spPr>
          <p:txBody>
            <a:bodyPr bIns="0" lIns="0" rIns="0" rtlCol="0" tIns="0" wrap="square"/>
            <a:p/>
          </p:txBody>
        </p:sp>
        <p:sp>
          <p:nvSpPr>
            <p:cNvPr id="1048672" name="object 7"/>
            <p:cNvSpPr/>
            <p:nvPr/>
          </p:nvSpPr>
          <p:spPr>
            <a:xfrm>
              <a:off x="9602878" y="0"/>
              <a:ext cx="2589530" cy="6858000"/>
            </a:xfrm>
            <a:custGeom>
              <a:avLst/>
              <a:ahLst/>
              <a:rect l="l" t="t" r="r" b="b"/>
              <a:pathLst>
                <a:path w="2589529" h="6858000">
                  <a:moveTo>
                    <a:pt x="2589120" y="0"/>
                  </a:moveTo>
                  <a:lnTo>
                    <a:pt x="0" y="0"/>
                  </a:lnTo>
                  <a:lnTo>
                    <a:pt x="1208884" y="6857996"/>
                  </a:lnTo>
                  <a:lnTo>
                    <a:pt x="2589120" y="6857996"/>
                  </a:lnTo>
                  <a:lnTo>
                    <a:pt x="2589120" y="0"/>
                  </a:lnTo>
                  <a:close/>
                </a:path>
              </a:pathLst>
            </a:custGeom>
            <a:solidFill>
              <a:srgbClr val="5FCAEE">
                <a:alpha val="19999"/>
              </a:srgbClr>
            </a:solidFill>
          </p:spPr>
          <p:txBody>
            <a:bodyPr bIns="0" lIns="0" rIns="0" rtlCol="0" tIns="0" wrap="square"/>
            <a:p/>
          </p:txBody>
        </p:sp>
        <p:sp>
          <p:nvSpPr>
            <p:cNvPr id="1048673" name="object 8"/>
            <p:cNvSpPr/>
            <p:nvPr/>
          </p:nvSpPr>
          <p:spPr>
            <a:xfrm>
              <a:off x="8934450" y="3048000"/>
              <a:ext cx="3257550" cy="3810000"/>
            </a:xfrm>
            <a:custGeom>
              <a:avLst/>
              <a:ahLst/>
              <a:rect l="l" t="t" r="r" b="b"/>
              <a:pathLst>
                <a:path w="3257550" h="3810000">
                  <a:moveTo>
                    <a:pt x="3257550" y="0"/>
                  </a:moveTo>
                  <a:lnTo>
                    <a:pt x="0" y="3810000"/>
                  </a:lnTo>
                  <a:lnTo>
                    <a:pt x="3257550" y="3810000"/>
                  </a:lnTo>
                  <a:lnTo>
                    <a:pt x="3257550" y="0"/>
                  </a:lnTo>
                  <a:close/>
                </a:path>
              </a:pathLst>
            </a:custGeom>
            <a:solidFill>
              <a:srgbClr val="17AFE3">
                <a:alpha val="65881"/>
              </a:srgbClr>
            </a:solidFill>
          </p:spPr>
          <p:txBody>
            <a:bodyPr bIns="0" lIns="0" rIns="0" rtlCol="0" tIns="0" wrap="square"/>
            <a:p/>
          </p:txBody>
        </p:sp>
        <p:sp>
          <p:nvSpPr>
            <p:cNvPr id="1048674" name="object 9"/>
            <p:cNvSpPr/>
            <p:nvPr/>
          </p:nvSpPr>
          <p:spPr>
            <a:xfrm>
              <a:off x="9337930" y="0"/>
              <a:ext cx="2854325" cy="6858000"/>
            </a:xfrm>
            <a:custGeom>
              <a:avLst/>
              <a:ahLst/>
              <a:rect l="l" t="t" r="r" b="b"/>
              <a:pathLst>
                <a:path w="2854325" h="6858000">
                  <a:moveTo>
                    <a:pt x="2854069" y="0"/>
                  </a:moveTo>
                  <a:lnTo>
                    <a:pt x="0" y="0"/>
                  </a:lnTo>
                  <a:lnTo>
                    <a:pt x="2470020" y="6857996"/>
                  </a:lnTo>
                  <a:lnTo>
                    <a:pt x="2854069" y="6857996"/>
                  </a:lnTo>
                  <a:lnTo>
                    <a:pt x="2854069" y="0"/>
                  </a:lnTo>
                  <a:close/>
                </a:path>
              </a:pathLst>
            </a:custGeom>
            <a:solidFill>
              <a:srgbClr val="17AFE3">
                <a:alpha val="50195"/>
              </a:srgbClr>
            </a:solidFill>
          </p:spPr>
          <p:txBody>
            <a:bodyPr bIns="0" lIns="0" rIns="0" rtlCol="0" tIns="0" wrap="square"/>
            <a:p/>
          </p:txBody>
        </p:sp>
        <p:sp>
          <p:nvSpPr>
            <p:cNvPr id="1048675" name="object 10"/>
            <p:cNvSpPr/>
            <p:nvPr/>
          </p:nvSpPr>
          <p:spPr>
            <a:xfrm>
              <a:off x="10896600" y="0"/>
              <a:ext cx="1295400" cy="6858000"/>
            </a:xfrm>
            <a:custGeom>
              <a:avLst/>
              <a:ahLst/>
              <a:rect l="l" t="t" r="r" b="b"/>
              <a:pathLst>
                <a:path w="1295400" h="6858000">
                  <a:moveTo>
                    <a:pt x="1295399" y="0"/>
                  </a:moveTo>
                  <a:lnTo>
                    <a:pt x="1022453" y="0"/>
                  </a:lnTo>
                  <a:lnTo>
                    <a:pt x="0" y="6857996"/>
                  </a:lnTo>
                  <a:lnTo>
                    <a:pt x="1295399" y="6857996"/>
                  </a:lnTo>
                  <a:lnTo>
                    <a:pt x="1295399" y="0"/>
                  </a:lnTo>
                  <a:close/>
                </a:path>
              </a:pathLst>
            </a:custGeom>
            <a:solidFill>
              <a:srgbClr val="2D83C3">
                <a:alpha val="70195"/>
              </a:srgbClr>
            </a:solidFill>
          </p:spPr>
          <p:txBody>
            <a:bodyPr bIns="0" lIns="0" rIns="0" rtlCol="0" tIns="0" wrap="square"/>
            <a:p/>
          </p:txBody>
        </p:sp>
        <p:sp>
          <p:nvSpPr>
            <p:cNvPr id="1048676" name="object 11"/>
            <p:cNvSpPr/>
            <p:nvPr/>
          </p:nvSpPr>
          <p:spPr>
            <a:xfrm>
              <a:off x="10936247" y="0"/>
              <a:ext cx="1256030" cy="6858000"/>
            </a:xfrm>
            <a:custGeom>
              <a:avLst/>
              <a:ahLst/>
              <a:rect l="l" t="t" r="r" b="b"/>
              <a:pathLst>
                <a:path w="1256029" h="6858000">
                  <a:moveTo>
                    <a:pt x="1255752" y="0"/>
                  </a:moveTo>
                  <a:lnTo>
                    <a:pt x="0" y="0"/>
                  </a:lnTo>
                  <a:lnTo>
                    <a:pt x="1114527" y="6857996"/>
                  </a:lnTo>
                  <a:lnTo>
                    <a:pt x="1255752" y="6857996"/>
                  </a:lnTo>
                  <a:lnTo>
                    <a:pt x="1255752" y="0"/>
                  </a:lnTo>
                  <a:close/>
                </a:path>
              </a:pathLst>
            </a:custGeom>
            <a:solidFill>
              <a:srgbClr val="226192">
                <a:alpha val="79998"/>
              </a:srgbClr>
            </a:solidFill>
          </p:spPr>
          <p:txBody>
            <a:bodyPr bIns="0" lIns="0" rIns="0" rtlCol="0" tIns="0" wrap="square"/>
            <a:p/>
          </p:txBody>
        </p:sp>
        <p:sp>
          <p:nvSpPr>
            <p:cNvPr id="1048677" name="object 12"/>
            <p:cNvSpPr/>
            <p:nvPr/>
          </p:nvSpPr>
          <p:spPr>
            <a:xfrm>
              <a:off x="10372725" y="3590925"/>
              <a:ext cx="1819275" cy="3267075"/>
            </a:xfrm>
            <a:custGeom>
              <a:avLst/>
              <a:ahLst/>
              <a:rect l="l" t="t" r="r" b="b"/>
              <a:pathLst>
                <a:path w="1819275" h="3267075">
                  <a:moveTo>
                    <a:pt x="1819275" y="0"/>
                  </a:moveTo>
                  <a:lnTo>
                    <a:pt x="0" y="3267075"/>
                  </a:lnTo>
                  <a:lnTo>
                    <a:pt x="1819275" y="3267075"/>
                  </a:lnTo>
                  <a:lnTo>
                    <a:pt x="1819275" y="0"/>
                  </a:lnTo>
                  <a:close/>
                </a:path>
              </a:pathLst>
            </a:custGeom>
            <a:solidFill>
              <a:srgbClr val="17AFE3">
                <a:alpha val="65881"/>
              </a:srgbClr>
            </a:solidFill>
          </p:spPr>
          <p:txBody>
            <a:bodyPr bIns="0" lIns="0" rIns="0" rtlCol="0" tIns="0" wrap="square"/>
            <a:p/>
          </p:txBody>
        </p:sp>
      </p:grpSp>
      <p:sp>
        <p:nvSpPr>
          <p:cNvPr id="1048678" name="object 13"/>
          <p:cNvSpPr/>
          <p:nvPr/>
        </p:nvSpPr>
        <p:spPr>
          <a:xfrm>
            <a:off x="0" y="4010025"/>
            <a:ext cx="447675" cy="2847975"/>
          </a:xfrm>
          <a:custGeom>
            <a:avLst/>
            <a:ahLst/>
            <a:rect l="l" t="t" r="r" b="b"/>
            <a:pathLst>
              <a:path w="447675" h="2847975">
                <a:moveTo>
                  <a:pt x="0" y="0"/>
                </a:moveTo>
                <a:lnTo>
                  <a:pt x="0" y="2847975"/>
                </a:lnTo>
                <a:lnTo>
                  <a:pt x="447675" y="2847975"/>
                </a:lnTo>
                <a:lnTo>
                  <a:pt x="0" y="0"/>
                </a:lnTo>
                <a:close/>
              </a:path>
            </a:pathLst>
          </a:custGeom>
          <a:solidFill>
            <a:srgbClr val="5FCAEE">
              <a:alpha val="70195"/>
            </a:srgbClr>
          </a:solidFill>
        </p:spPr>
        <p:txBody>
          <a:bodyPr bIns="0" lIns="0" rIns="0" rtlCol="0" tIns="0" wrap="square"/>
          <a:p/>
        </p:txBody>
      </p:sp>
      <p:sp>
        <p:nvSpPr>
          <p:cNvPr id="1048679" name="object 14"/>
          <p:cNvSpPr/>
          <p:nvPr/>
        </p:nvSpPr>
        <p:spPr>
          <a:xfrm>
            <a:off x="9353550" y="5362575"/>
            <a:ext cx="457200" cy="457200"/>
          </a:xfrm>
          <a:custGeom>
            <a:avLst/>
            <a:ah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bIns="0" lIns="0" rIns="0" rtlCol="0" tIns="0" wrap="square"/>
          <a:p/>
        </p:txBody>
      </p:sp>
      <p:sp>
        <p:nvSpPr>
          <p:cNvPr id="1048680" name="object 15"/>
          <p:cNvSpPr/>
          <p:nvPr/>
        </p:nvSpPr>
        <p:spPr>
          <a:xfrm>
            <a:off x="6696075" y="1695450"/>
            <a:ext cx="314325" cy="323850"/>
          </a:xfrm>
          <a:custGeom>
            <a:avLst/>
            <a:ah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bIns="0" lIns="0" rIns="0" rtlCol="0" tIns="0" wrap="square"/>
          <a:p/>
        </p:txBody>
      </p:sp>
      <p:sp>
        <p:nvSpPr>
          <p:cNvPr id="1048681" name="object 16"/>
          <p:cNvSpPr/>
          <p:nvPr/>
        </p:nvSpPr>
        <p:spPr>
          <a:xfrm>
            <a:off x="9353550" y="5895975"/>
            <a:ext cx="180975" cy="180975"/>
          </a:xfrm>
          <a:custGeom>
            <a:avLst/>
            <a:ahLst/>
            <a:rect l="l" t="t" r="r" b="b"/>
            <a:pathLst>
              <a:path w="180975" h="180975">
                <a:moveTo>
                  <a:pt x="180975" y="0"/>
                </a:moveTo>
                <a:lnTo>
                  <a:pt x="0" y="0"/>
                </a:lnTo>
                <a:lnTo>
                  <a:pt x="0" y="180975"/>
                </a:lnTo>
                <a:lnTo>
                  <a:pt x="180975" y="180975"/>
                </a:lnTo>
                <a:lnTo>
                  <a:pt x="180975" y="0"/>
                </a:lnTo>
                <a:close/>
              </a:path>
            </a:pathLst>
          </a:custGeom>
          <a:solidFill>
            <a:srgbClr val="2D936B"/>
          </a:solidFill>
        </p:spPr>
        <p:txBody>
          <a:bodyPr bIns="0" lIns="0" rIns="0" rtlCol="0" tIns="0" wrap="square"/>
          <a:p/>
        </p:txBody>
      </p:sp>
      <p:sp>
        <p:nvSpPr>
          <p:cNvPr id="1048682" name="object 17"/>
          <p:cNvSpPr txBox="1">
            <a:spLocks noGrp="1"/>
          </p:cNvSpPr>
          <p:nvPr>
            <p:ph type="title"/>
          </p:nvPr>
        </p:nvSpPr>
        <p:spPr>
          <a:xfrm>
            <a:off x="739775" y="829627"/>
            <a:ext cx="3909695" cy="638810"/>
          </a:xfrm>
          <a:prstGeom prst="rect"/>
        </p:spPr>
        <p:txBody>
          <a:bodyPr bIns="0" lIns="0" rIns="0" rtlCol="0" tIns="16510" vert="horz" wrap="square">
            <a:spAutoFit/>
          </a:bodyPr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250" spc="5"/>
              <a:t>PROJECT</a:t>
            </a:r>
            <a:r>
              <a:rPr dirty="0" sz="4250" spc="-85"/>
              <a:t> </a:t>
            </a:r>
            <a:r>
              <a:rPr dirty="0" sz="4250" spc="25"/>
              <a:t>TITLE</a:t>
            </a:r>
            <a:endParaRPr sz="4250"/>
          </a:p>
        </p:txBody>
      </p:sp>
      <p:grpSp>
        <p:nvGrpSpPr>
          <p:cNvPr id="40" name="object 18"/>
          <p:cNvGrpSpPr/>
          <p:nvPr/>
        </p:nvGrpSpPr>
        <p:grpSpPr>
          <a:xfrm>
            <a:off x="466725" y="6410325"/>
            <a:ext cx="3705225" cy="295275"/>
            <a:chOff x="466725" y="6410325"/>
            <a:chExt cx="3705225" cy="295275"/>
          </a:xfrm>
        </p:grpSpPr>
        <p:pic>
          <p:nvPicPr>
            <p:cNvPr id="2097157" name="object 19"/>
            <p:cNvPicPr>
              <a:picLocks/>
            </p:cNvPicPr>
            <p:nvPr/>
          </p:nvPicPr>
          <p:blipFill>
            <a:blip xmlns:r="http://schemas.openxmlformats.org/officeDocument/2006/relationships" r:embed="rId1" cstate="print"/>
            <a:stretch>
              <a:fillRect/>
            </a:stretch>
          </p:blipFill>
          <p:spPr>
            <a:xfrm>
              <a:off x="676275" y="6467475"/>
              <a:ext cx="2143125" cy="200025"/>
            </a:xfrm>
            <a:prstGeom prst="rect"/>
          </p:spPr>
        </p:pic>
        <p:pic>
          <p:nvPicPr>
            <p:cNvPr id="2097158" name="object 20"/>
            <p:cNvPicPr>
              <a:picLocks/>
            </p:cNvPicPr>
            <p:nvPr/>
          </p:nvPicPr>
          <p:blipFill>
            <a:blip xmlns:r="http://schemas.openxmlformats.org/officeDocument/2006/relationships" r:embed="rId2" cstate="print"/>
            <a:stretch>
              <a:fillRect/>
            </a:stretch>
          </p:blipFill>
          <p:spPr>
            <a:xfrm>
              <a:off x="466725" y="6410325"/>
              <a:ext cx="3705225" cy="295275"/>
            </a:xfrm>
            <a:prstGeom prst="rect"/>
          </p:spPr>
        </p:pic>
      </p:grpSp>
      <p:sp>
        <p:nvSpPr>
          <p:cNvPr id="1048683" name="object 22"/>
          <p:cNvSpPr txBox="1">
            <a:spLocks noGrp="1"/>
          </p:cNvSpPr>
          <p:nvPr>
            <p:ph type="sldNum" sz="quarter" idx="7"/>
          </p:nvPr>
        </p:nvSpPr>
        <p:spPr>
          <a:prstGeom prst="rect"/>
        </p:spPr>
        <p:txBody>
          <a:bodyPr bIns="0" lIns="0" rIns="0" rtlCol="0" tIns="6985" vert="horz" wrap="square">
            <a:spAutoFit/>
          </a:bodyPr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10"/>
              <a:t>2</a:t>
            </a:fld>
            <a:endParaRPr dirty="0" spc="1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4" name="object 2"/>
          <p:cNvSpPr/>
          <p:nvPr/>
        </p:nvSpPr>
        <p:spPr>
          <a:xfrm>
            <a:off x="-76200" y="28579"/>
            <a:ext cx="12481713" cy="6858000"/>
          </a:xfrm>
          <a:custGeom>
            <a:avLst/>
            <a:ah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bIns="0" lIns="0" rIns="0" rtlCol="0" tIns="0" wrap="square"/>
          <a:p>
            <a:endParaRPr dirty="0"/>
          </a:p>
        </p:txBody>
      </p:sp>
      <p:grpSp>
        <p:nvGrpSpPr>
          <p:cNvPr id="42" name="object 3"/>
          <p:cNvGrpSpPr/>
          <p:nvPr/>
        </p:nvGrpSpPr>
        <p:grpSpPr>
          <a:xfrm>
            <a:off x="7443849" y="0"/>
            <a:ext cx="4752975" cy="6863080"/>
            <a:chOff x="7443849" y="0"/>
            <a:chExt cx="4752975" cy="6863080"/>
          </a:xfrm>
        </p:grpSpPr>
        <p:sp>
          <p:nvSpPr>
            <p:cNvPr id="1048685" name="object 4"/>
            <p:cNvSpPr/>
            <p:nvPr/>
          </p:nvSpPr>
          <p:spPr>
            <a:xfrm>
              <a:off x="9377426" y="4825"/>
              <a:ext cx="1218565" cy="6853555"/>
            </a:xfrm>
            <a:custGeom>
              <a:avLst/>
              <a:ahLst/>
              <a:rect l="l" t="t" r="r" b="b"/>
              <a:pathLst>
                <a:path w="1218565" h="6853555">
                  <a:moveTo>
                    <a:pt x="0" y="0"/>
                  </a:moveTo>
                  <a:lnTo>
                    <a:pt x="1218352" y="6853171"/>
                  </a:lnTo>
                </a:path>
              </a:pathLst>
            </a:custGeom>
            <a:ln w="9525">
              <a:solidFill>
                <a:srgbClr val="5FCAEE"/>
              </a:solidFill>
            </a:ln>
          </p:spPr>
          <p:txBody>
            <a:bodyPr bIns="0" lIns="0" rIns="0" rtlCol="0" tIns="0" wrap="square"/>
            <a:p/>
          </p:txBody>
        </p:sp>
        <p:sp>
          <p:nvSpPr>
            <p:cNvPr id="1048686" name="object 5"/>
            <p:cNvSpPr/>
            <p:nvPr/>
          </p:nvSpPr>
          <p:spPr>
            <a:xfrm>
              <a:off x="7448612" y="3694896"/>
              <a:ext cx="4743450" cy="3163570"/>
            </a:xfrm>
            <a:custGeom>
              <a:avLst/>
              <a:ahLst/>
              <a:rect l="l" t="t" r="r" b="b"/>
              <a:pathLst>
                <a:path w="4743450" h="3163570">
                  <a:moveTo>
                    <a:pt x="4743387" y="0"/>
                  </a:moveTo>
                  <a:lnTo>
                    <a:pt x="0" y="3163101"/>
                  </a:lnTo>
                </a:path>
              </a:pathLst>
            </a:custGeom>
            <a:ln w="9525">
              <a:solidFill>
                <a:srgbClr val="5FCAEE"/>
              </a:solidFill>
            </a:ln>
          </p:spPr>
          <p:txBody>
            <a:bodyPr bIns="0" lIns="0" rIns="0" rtlCol="0" tIns="0" wrap="square"/>
            <a:p/>
          </p:txBody>
        </p:sp>
        <p:sp>
          <p:nvSpPr>
            <p:cNvPr id="1048687" name="object 6"/>
            <p:cNvSpPr/>
            <p:nvPr/>
          </p:nvSpPr>
          <p:spPr>
            <a:xfrm>
              <a:off x="9182100" y="0"/>
              <a:ext cx="3009900" cy="6858000"/>
            </a:xfrm>
            <a:custGeom>
              <a:avLst/>
              <a:ahLst/>
              <a:rect l="l" t="t" r="r" b="b"/>
              <a:pathLst>
                <a:path w="3009900" h="6858000">
                  <a:moveTo>
                    <a:pt x="3009899" y="0"/>
                  </a:moveTo>
                  <a:lnTo>
                    <a:pt x="2044399" y="0"/>
                  </a:lnTo>
                  <a:lnTo>
                    <a:pt x="0" y="6857996"/>
                  </a:lnTo>
                  <a:lnTo>
                    <a:pt x="3009899" y="6857996"/>
                  </a:lnTo>
                  <a:lnTo>
                    <a:pt x="3009899" y="0"/>
                  </a:lnTo>
                  <a:close/>
                </a:path>
              </a:pathLst>
            </a:custGeom>
            <a:solidFill>
              <a:srgbClr val="5FCAEE">
                <a:alpha val="36077"/>
              </a:srgbClr>
            </a:solidFill>
          </p:spPr>
          <p:txBody>
            <a:bodyPr bIns="0" lIns="0" rIns="0" rtlCol="0" tIns="0" wrap="square"/>
            <a:p/>
          </p:txBody>
        </p:sp>
        <p:sp>
          <p:nvSpPr>
            <p:cNvPr id="1048688" name="object 7"/>
            <p:cNvSpPr/>
            <p:nvPr/>
          </p:nvSpPr>
          <p:spPr>
            <a:xfrm>
              <a:off x="9602878" y="0"/>
              <a:ext cx="2589530" cy="6858000"/>
            </a:xfrm>
            <a:custGeom>
              <a:avLst/>
              <a:ahLst/>
              <a:rect l="l" t="t" r="r" b="b"/>
              <a:pathLst>
                <a:path w="2589529" h="6858000">
                  <a:moveTo>
                    <a:pt x="2589120" y="0"/>
                  </a:moveTo>
                  <a:lnTo>
                    <a:pt x="0" y="0"/>
                  </a:lnTo>
                  <a:lnTo>
                    <a:pt x="1208884" y="6857996"/>
                  </a:lnTo>
                  <a:lnTo>
                    <a:pt x="2589120" y="6857996"/>
                  </a:lnTo>
                  <a:lnTo>
                    <a:pt x="2589120" y="0"/>
                  </a:lnTo>
                  <a:close/>
                </a:path>
              </a:pathLst>
            </a:custGeom>
            <a:solidFill>
              <a:srgbClr val="5FCAEE">
                <a:alpha val="19999"/>
              </a:srgbClr>
            </a:solidFill>
          </p:spPr>
          <p:txBody>
            <a:bodyPr bIns="0" lIns="0" rIns="0" rtlCol="0" tIns="0" wrap="square"/>
            <a:p/>
          </p:txBody>
        </p:sp>
        <p:sp>
          <p:nvSpPr>
            <p:cNvPr id="1048689" name="object 8"/>
            <p:cNvSpPr/>
            <p:nvPr/>
          </p:nvSpPr>
          <p:spPr>
            <a:xfrm>
              <a:off x="8934450" y="3048000"/>
              <a:ext cx="3257550" cy="3810000"/>
            </a:xfrm>
            <a:custGeom>
              <a:avLst/>
              <a:ahLst/>
              <a:rect l="l" t="t" r="r" b="b"/>
              <a:pathLst>
                <a:path w="3257550" h="3810000">
                  <a:moveTo>
                    <a:pt x="3257550" y="0"/>
                  </a:moveTo>
                  <a:lnTo>
                    <a:pt x="0" y="3810000"/>
                  </a:lnTo>
                  <a:lnTo>
                    <a:pt x="3257550" y="3810000"/>
                  </a:lnTo>
                  <a:lnTo>
                    <a:pt x="3257550" y="0"/>
                  </a:lnTo>
                  <a:close/>
                </a:path>
              </a:pathLst>
            </a:custGeom>
            <a:solidFill>
              <a:srgbClr val="17AFE3">
                <a:alpha val="65881"/>
              </a:srgbClr>
            </a:solidFill>
          </p:spPr>
          <p:txBody>
            <a:bodyPr bIns="0" lIns="0" rIns="0" rtlCol="0" tIns="0" wrap="square"/>
            <a:p/>
          </p:txBody>
        </p:sp>
        <p:sp>
          <p:nvSpPr>
            <p:cNvPr id="1048690" name="object 9"/>
            <p:cNvSpPr/>
            <p:nvPr/>
          </p:nvSpPr>
          <p:spPr>
            <a:xfrm>
              <a:off x="9337930" y="0"/>
              <a:ext cx="2854325" cy="6858000"/>
            </a:xfrm>
            <a:custGeom>
              <a:avLst/>
              <a:ahLst/>
              <a:rect l="l" t="t" r="r" b="b"/>
              <a:pathLst>
                <a:path w="2854325" h="6858000">
                  <a:moveTo>
                    <a:pt x="2854069" y="0"/>
                  </a:moveTo>
                  <a:lnTo>
                    <a:pt x="0" y="0"/>
                  </a:lnTo>
                  <a:lnTo>
                    <a:pt x="2470020" y="6857996"/>
                  </a:lnTo>
                  <a:lnTo>
                    <a:pt x="2854069" y="6857996"/>
                  </a:lnTo>
                  <a:lnTo>
                    <a:pt x="2854069" y="0"/>
                  </a:lnTo>
                  <a:close/>
                </a:path>
              </a:pathLst>
            </a:custGeom>
            <a:solidFill>
              <a:srgbClr val="17AFE3">
                <a:alpha val="50195"/>
              </a:srgbClr>
            </a:solidFill>
          </p:spPr>
          <p:txBody>
            <a:bodyPr bIns="0" lIns="0" rIns="0" rtlCol="0" tIns="0" wrap="square"/>
            <a:p/>
          </p:txBody>
        </p:sp>
        <p:sp>
          <p:nvSpPr>
            <p:cNvPr id="1048691" name="object 10"/>
            <p:cNvSpPr/>
            <p:nvPr/>
          </p:nvSpPr>
          <p:spPr>
            <a:xfrm>
              <a:off x="10896600" y="0"/>
              <a:ext cx="1295400" cy="6858000"/>
            </a:xfrm>
            <a:custGeom>
              <a:avLst/>
              <a:ahLst/>
              <a:rect l="l" t="t" r="r" b="b"/>
              <a:pathLst>
                <a:path w="1295400" h="6858000">
                  <a:moveTo>
                    <a:pt x="1295399" y="0"/>
                  </a:moveTo>
                  <a:lnTo>
                    <a:pt x="1022453" y="0"/>
                  </a:lnTo>
                  <a:lnTo>
                    <a:pt x="0" y="6857996"/>
                  </a:lnTo>
                  <a:lnTo>
                    <a:pt x="1295399" y="6857996"/>
                  </a:lnTo>
                  <a:lnTo>
                    <a:pt x="1295399" y="0"/>
                  </a:lnTo>
                  <a:close/>
                </a:path>
              </a:pathLst>
            </a:custGeom>
            <a:solidFill>
              <a:srgbClr val="2D83C3">
                <a:alpha val="70195"/>
              </a:srgbClr>
            </a:solidFill>
          </p:spPr>
          <p:txBody>
            <a:bodyPr bIns="0" lIns="0" rIns="0" rtlCol="0" tIns="0" wrap="square"/>
            <a:p/>
          </p:txBody>
        </p:sp>
        <p:sp>
          <p:nvSpPr>
            <p:cNvPr id="1048692" name="object 11"/>
            <p:cNvSpPr/>
            <p:nvPr/>
          </p:nvSpPr>
          <p:spPr>
            <a:xfrm>
              <a:off x="10936247" y="0"/>
              <a:ext cx="1256030" cy="6858000"/>
            </a:xfrm>
            <a:custGeom>
              <a:avLst/>
              <a:ahLst/>
              <a:rect l="l" t="t" r="r" b="b"/>
              <a:pathLst>
                <a:path w="1256029" h="6858000">
                  <a:moveTo>
                    <a:pt x="1255752" y="0"/>
                  </a:moveTo>
                  <a:lnTo>
                    <a:pt x="0" y="0"/>
                  </a:lnTo>
                  <a:lnTo>
                    <a:pt x="1114527" y="6857996"/>
                  </a:lnTo>
                  <a:lnTo>
                    <a:pt x="1255752" y="6857996"/>
                  </a:lnTo>
                  <a:lnTo>
                    <a:pt x="1255752" y="0"/>
                  </a:lnTo>
                  <a:close/>
                </a:path>
              </a:pathLst>
            </a:custGeom>
            <a:solidFill>
              <a:srgbClr val="226192">
                <a:alpha val="79998"/>
              </a:srgbClr>
            </a:solidFill>
          </p:spPr>
          <p:txBody>
            <a:bodyPr bIns="0" lIns="0" rIns="0" rtlCol="0" tIns="0" wrap="square"/>
            <a:p/>
          </p:txBody>
        </p:sp>
        <p:sp>
          <p:nvSpPr>
            <p:cNvPr id="1048693" name="object 12"/>
            <p:cNvSpPr/>
            <p:nvPr/>
          </p:nvSpPr>
          <p:spPr>
            <a:xfrm>
              <a:off x="10372725" y="3590925"/>
              <a:ext cx="1819275" cy="3267075"/>
            </a:xfrm>
            <a:custGeom>
              <a:avLst/>
              <a:ahLst/>
              <a:rect l="l" t="t" r="r" b="b"/>
              <a:pathLst>
                <a:path w="1819275" h="3267075">
                  <a:moveTo>
                    <a:pt x="1819275" y="0"/>
                  </a:moveTo>
                  <a:lnTo>
                    <a:pt x="0" y="3267075"/>
                  </a:lnTo>
                  <a:lnTo>
                    <a:pt x="1819275" y="3267075"/>
                  </a:lnTo>
                  <a:lnTo>
                    <a:pt x="1819275" y="0"/>
                  </a:lnTo>
                  <a:close/>
                </a:path>
              </a:pathLst>
            </a:custGeom>
            <a:solidFill>
              <a:srgbClr val="17AFE3">
                <a:alpha val="65881"/>
              </a:srgbClr>
            </a:solidFill>
          </p:spPr>
          <p:txBody>
            <a:bodyPr bIns="0" lIns="0" rIns="0" rtlCol="0" tIns="0" wrap="square"/>
            <a:p/>
          </p:txBody>
        </p:sp>
      </p:grpSp>
      <p:sp>
        <p:nvSpPr>
          <p:cNvPr id="1048694" name="object 13"/>
          <p:cNvSpPr/>
          <p:nvPr/>
        </p:nvSpPr>
        <p:spPr>
          <a:xfrm>
            <a:off x="0" y="4010025"/>
            <a:ext cx="447675" cy="2847975"/>
          </a:xfrm>
          <a:custGeom>
            <a:avLst/>
            <a:ahLst/>
            <a:rect l="l" t="t" r="r" b="b"/>
            <a:pathLst>
              <a:path w="447675" h="2847975">
                <a:moveTo>
                  <a:pt x="0" y="0"/>
                </a:moveTo>
                <a:lnTo>
                  <a:pt x="0" y="2847975"/>
                </a:lnTo>
                <a:lnTo>
                  <a:pt x="447675" y="2847975"/>
                </a:lnTo>
                <a:lnTo>
                  <a:pt x="0" y="0"/>
                </a:lnTo>
                <a:close/>
              </a:path>
            </a:pathLst>
          </a:custGeom>
          <a:solidFill>
            <a:srgbClr val="5FCAEE">
              <a:alpha val="70195"/>
            </a:srgbClr>
          </a:solidFill>
        </p:spPr>
        <p:txBody>
          <a:bodyPr bIns="0" lIns="0" rIns="0" rtlCol="0" tIns="0" wrap="square"/>
          <a:p/>
        </p:txBody>
      </p:sp>
      <p:sp>
        <p:nvSpPr>
          <p:cNvPr id="1048695" name="object 14"/>
          <p:cNvSpPr txBox="1"/>
          <p:nvPr/>
        </p:nvSpPr>
        <p:spPr>
          <a:xfrm>
            <a:off x="752475" y="6486037"/>
            <a:ext cx="1773555" cy="166370"/>
          </a:xfrm>
          <a:prstGeom prst="rect"/>
        </p:spPr>
        <p:txBody>
          <a:bodyPr bIns="0" lIns="0" rIns="0" rtlCol="0" tIns="0" vert="horz" wrap="square">
            <a:spAutoFit/>
          </a:bodyPr>
          <a:p>
            <a:pPr>
              <a:lnSpc>
                <a:spcPts val="1275"/>
              </a:lnSpc>
            </a:pPr>
            <a:r>
              <a:rPr dirty="0" sz="1100" spc="20">
                <a:solidFill>
                  <a:srgbClr val="2D83C3"/>
                </a:solidFill>
                <a:latin typeface="Trebuchet MS"/>
                <a:cs typeface="Trebuchet MS"/>
              </a:rPr>
              <a:t>3/21/202</a:t>
            </a:r>
            <a:r>
              <a:rPr dirty="0" sz="1100" spc="10">
                <a:solidFill>
                  <a:srgbClr val="2D83C3"/>
                </a:solidFill>
                <a:latin typeface="Trebuchet MS"/>
                <a:cs typeface="Trebuchet MS"/>
              </a:rPr>
              <a:t>4</a:t>
            </a:r>
            <a:r>
              <a:rPr dirty="0" sz="1100">
                <a:solidFill>
                  <a:srgbClr val="2D83C3"/>
                </a:solidFill>
                <a:latin typeface="Trebuchet MS"/>
                <a:cs typeface="Trebuchet MS"/>
              </a:rPr>
              <a:t> </a:t>
            </a:r>
            <a:r>
              <a:rPr dirty="0" sz="1100" spc="130">
                <a:solidFill>
                  <a:srgbClr val="2D83C3"/>
                </a:solidFill>
                <a:latin typeface="Trebuchet MS"/>
                <a:cs typeface="Trebuchet MS"/>
              </a:rPr>
              <a:t> </a:t>
            </a:r>
            <a:r>
              <a:rPr b="1" dirty="0" sz="1100" spc="50">
                <a:solidFill>
                  <a:srgbClr val="2D83C3"/>
                </a:solidFill>
                <a:latin typeface="Trebuchet MS"/>
                <a:cs typeface="Trebuchet MS"/>
              </a:rPr>
              <a:t>A</a:t>
            </a:r>
            <a:r>
              <a:rPr b="1" dirty="0" sz="1100" spc="15">
                <a:solidFill>
                  <a:srgbClr val="2D83C3"/>
                </a:solidFill>
                <a:latin typeface="Trebuchet MS"/>
                <a:cs typeface="Trebuchet MS"/>
              </a:rPr>
              <a:t>nnu</a:t>
            </a:r>
            <a:r>
              <a:rPr b="1" dirty="0" sz="1100" spc="10">
                <a:solidFill>
                  <a:srgbClr val="2D83C3"/>
                </a:solidFill>
                <a:latin typeface="Trebuchet MS"/>
                <a:cs typeface="Trebuchet MS"/>
              </a:rPr>
              <a:t>al</a:t>
            </a:r>
            <a:r>
              <a:rPr b="1" dirty="0" sz="1100" spc="-140">
                <a:solidFill>
                  <a:srgbClr val="2D83C3"/>
                </a:solidFill>
                <a:latin typeface="Trebuchet MS"/>
                <a:cs typeface="Trebuchet MS"/>
              </a:rPr>
              <a:t> </a:t>
            </a:r>
            <a:r>
              <a:rPr b="1" dirty="0" sz="1100">
                <a:solidFill>
                  <a:srgbClr val="2D83C3"/>
                </a:solidFill>
                <a:latin typeface="Trebuchet MS"/>
                <a:cs typeface="Trebuchet MS"/>
              </a:rPr>
              <a:t>R</a:t>
            </a:r>
            <a:r>
              <a:rPr b="1" dirty="0" sz="1100" spc="35">
                <a:solidFill>
                  <a:srgbClr val="2D83C3"/>
                </a:solidFill>
                <a:latin typeface="Trebuchet MS"/>
                <a:cs typeface="Trebuchet MS"/>
              </a:rPr>
              <a:t>e</a:t>
            </a:r>
            <a:r>
              <a:rPr b="1" dirty="0" sz="1100" spc="90">
                <a:solidFill>
                  <a:srgbClr val="2D83C3"/>
                </a:solidFill>
                <a:latin typeface="Trebuchet MS"/>
                <a:cs typeface="Trebuchet MS"/>
              </a:rPr>
              <a:t>v</a:t>
            </a:r>
            <a:r>
              <a:rPr b="1" dirty="0" sz="1100" spc="-35">
                <a:solidFill>
                  <a:srgbClr val="2D83C3"/>
                </a:solidFill>
                <a:latin typeface="Trebuchet MS"/>
                <a:cs typeface="Trebuchet MS"/>
              </a:rPr>
              <a:t>i</a:t>
            </a:r>
            <a:r>
              <a:rPr b="1" dirty="0" sz="1100" spc="35">
                <a:solidFill>
                  <a:srgbClr val="2D83C3"/>
                </a:solidFill>
                <a:latin typeface="Trebuchet MS"/>
                <a:cs typeface="Trebuchet MS"/>
              </a:rPr>
              <a:t>e</a:t>
            </a:r>
            <a:r>
              <a:rPr b="1" dirty="0" sz="1100" spc="15">
                <a:solidFill>
                  <a:srgbClr val="2D83C3"/>
                </a:solidFill>
                <a:latin typeface="Trebuchet MS"/>
                <a:cs typeface="Trebuchet MS"/>
              </a:rPr>
              <a:t>w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1048696" name="object 15"/>
          <p:cNvSpPr/>
          <p:nvPr/>
        </p:nvSpPr>
        <p:spPr>
          <a:xfrm>
            <a:off x="7362825" y="447675"/>
            <a:ext cx="361950" cy="361950"/>
          </a:xfrm>
          <a:custGeom>
            <a:avLst/>
            <a:ahLst/>
            <a:rect l="l" t="t" r="r" b="b"/>
            <a:pathLst>
              <a:path w="361950" h="361950">
                <a:moveTo>
                  <a:pt x="180975" y="0"/>
                </a:moveTo>
                <a:lnTo>
                  <a:pt x="132864" y="6464"/>
                </a:lnTo>
                <a:lnTo>
                  <a:pt x="89633" y="24708"/>
                </a:lnTo>
                <a:lnTo>
                  <a:pt x="53006" y="53006"/>
                </a:lnTo>
                <a:lnTo>
                  <a:pt x="24708" y="89633"/>
                </a:lnTo>
                <a:lnTo>
                  <a:pt x="6464" y="132864"/>
                </a:lnTo>
                <a:lnTo>
                  <a:pt x="0" y="180975"/>
                </a:lnTo>
                <a:lnTo>
                  <a:pt x="6464" y="229085"/>
                </a:lnTo>
                <a:lnTo>
                  <a:pt x="24708" y="272316"/>
                </a:lnTo>
                <a:lnTo>
                  <a:pt x="53006" y="308943"/>
                </a:lnTo>
                <a:lnTo>
                  <a:pt x="89633" y="337241"/>
                </a:lnTo>
                <a:lnTo>
                  <a:pt x="132864" y="355485"/>
                </a:lnTo>
                <a:lnTo>
                  <a:pt x="180975" y="361950"/>
                </a:lnTo>
                <a:lnTo>
                  <a:pt x="229085" y="355485"/>
                </a:lnTo>
                <a:lnTo>
                  <a:pt x="272316" y="337241"/>
                </a:lnTo>
                <a:lnTo>
                  <a:pt x="308943" y="308943"/>
                </a:lnTo>
                <a:lnTo>
                  <a:pt x="337241" y="272316"/>
                </a:lnTo>
                <a:lnTo>
                  <a:pt x="355485" y="229085"/>
                </a:lnTo>
                <a:lnTo>
                  <a:pt x="361950" y="180975"/>
                </a:lnTo>
                <a:lnTo>
                  <a:pt x="355485" y="132864"/>
                </a:lnTo>
                <a:lnTo>
                  <a:pt x="337241" y="89633"/>
                </a:lnTo>
                <a:lnTo>
                  <a:pt x="308943" y="53006"/>
                </a:lnTo>
                <a:lnTo>
                  <a:pt x="272316" y="24708"/>
                </a:lnTo>
                <a:lnTo>
                  <a:pt x="229085" y="6464"/>
                </a:lnTo>
                <a:lnTo>
                  <a:pt x="180975" y="0"/>
                </a:lnTo>
                <a:close/>
              </a:path>
            </a:pathLst>
          </a:custGeom>
          <a:solidFill>
            <a:srgbClr val="EBEBEB"/>
          </a:solidFill>
        </p:spPr>
        <p:txBody>
          <a:bodyPr bIns="0" lIns="0" rIns="0" rtlCol="0" tIns="0" wrap="square"/>
          <a:p/>
        </p:txBody>
      </p:sp>
      <p:sp>
        <p:nvSpPr>
          <p:cNvPr id="1048697" name="object 16"/>
          <p:cNvSpPr/>
          <p:nvPr/>
        </p:nvSpPr>
        <p:spPr>
          <a:xfrm>
            <a:off x="11010900" y="5610225"/>
            <a:ext cx="647700" cy="647700"/>
          </a:xfrm>
          <a:custGeom>
            <a:avLst/>
            <a:ahLst/>
            <a:rect l="l" t="t" r="r" b="b"/>
            <a:pathLst>
              <a:path w="647700" h="647700">
                <a:moveTo>
                  <a:pt x="323850" y="0"/>
                </a:moveTo>
                <a:lnTo>
                  <a:pt x="276003" y="3511"/>
                </a:lnTo>
                <a:lnTo>
                  <a:pt x="230332" y="13711"/>
                </a:lnTo>
                <a:lnTo>
                  <a:pt x="187340" y="30099"/>
                </a:lnTo>
                <a:lnTo>
                  <a:pt x="147528" y="52175"/>
                </a:lnTo>
                <a:lnTo>
                  <a:pt x="111397" y="79436"/>
                </a:lnTo>
                <a:lnTo>
                  <a:pt x="79448" y="111381"/>
                </a:lnTo>
                <a:lnTo>
                  <a:pt x="52184" y="147511"/>
                </a:lnTo>
                <a:lnTo>
                  <a:pt x="30106" y="187324"/>
                </a:lnTo>
                <a:lnTo>
                  <a:pt x="13714" y="230319"/>
                </a:lnTo>
                <a:lnTo>
                  <a:pt x="3512" y="275994"/>
                </a:lnTo>
                <a:lnTo>
                  <a:pt x="0" y="323850"/>
                </a:lnTo>
                <a:lnTo>
                  <a:pt x="3512" y="371705"/>
                </a:lnTo>
                <a:lnTo>
                  <a:pt x="13714" y="417380"/>
                </a:lnTo>
                <a:lnTo>
                  <a:pt x="30106" y="460375"/>
                </a:lnTo>
                <a:lnTo>
                  <a:pt x="52184" y="500188"/>
                </a:lnTo>
                <a:lnTo>
                  <a:pt x="79448" y="536318"/>
                </a:lnTo>
                <a:lnTo>
                  <a:pt x="111397" y="568263"/>
                </a:lnTo>
                <a:lnTo>
                  <a:pt x="147528" y="595524"/>
                </a:lnTo>
                <a:lnTo>
                  <a:pt x="187340" y="617600"/>
                </a:lnTo>
                <a:lnTo>
                  <a:pt x="230332" y="633988"/>
                </a:lnTo>
                <a:lnTo>
                  <a:pt x="276003" y="644188"/>
                </a:lnTo>
                <a:lnTo>
                  <a:pt x="323850" y="647700"/>
                </a:lnTo>
                <a:lnTo>
                  <a:pt x="371696" y="644188"/>
                </a:lnTo>
                <a:lnTo>
                  <a:pt x="417367" y="633988"/>
                </a:lnTo>
                <a:lnTo>
                  <a:pt x="460359" y="617600"/>
                </a:lnTo>
                <a:lnTo>
                  <a:pt x="500171" y="595524"/>
                </a:lnTo>
                <a:lnTo>
                  <a:pt x="536302" y="568263"/>
                </a:lnTo>
                <a:lnTo>
                  <a:pt x="568251" y="536318"/>
                </a:lnTo>
                <a:lnTo>
                  <a:pt x="595515" y="500188"/>
                </a:lnTo>
                <a:lnTo>
                  <a:pt x="617593" y="460375"/>
                </a:lnTo>
                <a:lnTo>
                  <a:pt x="633985" y="417380"/>
                </a:lnTo>
                <a:lnTo>
                  <a:pt x="644187" y="371705"/>
                </a:lnTo>
                <a:lnTo>
                  <a:pt x="647700" y="323850"/>
                </a:lnTo>
                <a:lnTo>
                  <a:pt x="644187" y="275994"/>
                </a:lnTo>
                <a:lnTo>
                  <a:pt x="633985" y="230319"/>
                </a:lnTo>
                <a:lnTo>
                  <a:pt x="617593" y="187324"/>
                </a:lnTo>
                <a:lnTo>
                  <a:pt x="595515" y="147511"/>
                </a:lnTo>
                <a:lnTo>
                  <a:pt x="568251" y="111381"/>
                </a:lnTo>
                <a:lnTo>
                  <a:pt x="536302" y="79436"/>
                </a:lnTo>
                <a:lnTo>
                  <a:pt x="500171" y="52175"/>
                </a:lnTo>
                <a:lnTo>
                  <a:pt x="460359" y="30099"/>
                </a:lnTo>
                <a:lnTo>
                  <a:pt x="417367" y="13711"/>
                </a:lnTo>
                <a:lnTo>
                  <a:pt x="371696" y="3511"/>
                </a:lnTo>
                <a:lnTo>
                  <a:pt x="323850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bIns="0" lIns="0" rIns="0" rtlCol="0" tIns="0" wrap="square"/>
          <a:p/>
        </p:txBody>
      </p:sp>
      <p:pic>
        <p:nvPicPr>
          <p:cNvPr id="2097159" name="object 17"/>
          <p:cNvPicPr>
            <a:picLocks/>
          </p:cNvPicPr>
          <p:nvPr/>
        </p:nvPicPr>
        <p:blipFill>
          <a:blip xmlns:r="http://schemas.openxmlformats.org/officeDocument/2006/relationships" r:embed="rId1" cstate="print"/>
          <a:stretch>
            <a:fillRect/>
          </a:stretch>
        </p:blipFill>
        <p:spPr>
          <a:xfrm>
            <a:off x="10687050" y="6134100"/>
            <a:ext cx="247650" cy="247650"/>
          </a:xfrm>
          <a:prstGeom prst="rect"/>
        </p:spPr>
      </p:pic>
      <p:grpSp>
        <p:nvGrpSpPr>
          <p:cNvPr id="43" name="object 18"/>
          <p:cNvGrpSpPr/>
          <p:nvPr/>
        </p:nvGrpSpPr>
        <p:grpSpPr>
          <a:xfrm>
            <a:off x="47625" y="3819523"/>
            <a:ext cx="4124325" cy="3009900"/>
            <a:chOff x="47625" y="3819523"/>
            <a:chExt cx="4124325" cy="3009900"/>
          </a:xfrm>
        </p:grpSpPr>
        <p:pic>
          <p:nvPicPr>
            <p:cNvPr id="2097160" name="object 19"/>
            <p:cNvPicPr>
              <a:picLocks/>
            </p:cNvPicPr>
            <p:nvPr/>
          </p:nvPicPr>
          <p:blipFill>
            <a:blip xmlns:r="http://schemas.openxmlformats.org/officeDocument/2006/relationships" r:embed="rId2" cstate="print"/>
            <a:stretch>
              <a:fillRect/>
            </a:stretch>
          </p:blipFill>
          <p:spPr>
            <a:xfrm>
              <a:off x="466725" y="6410325"/>
              <a:ext cx="3705225" cy="295275"/>
            </a:xfrm>
            <a:prstGeom prst="rect"/>
          </p:spPr>
        </p:pic>
        <p:pic>
          <p:nvPicPr>
            <p:cNvPr id="2097161" name="object 20"/>
            <p:cNvPicPr>
              <a:picLocks/>
            </p:cNvPicPr>
            <p:nvPr/>
          </p:nvPicPr>
          <p:blipFill>
            <a:blip xmlns:r="http://schemas.openxmlformats.org/officeDocument/2006/relationships" r:embed="rId3" cstate="print"/>
            <a:stretch>
              <a:fillRect/>
            </a:stretch>
          </p:blipFill>
          <p:spPr>
            <a:xfrm>
              <a:off x="47625" y="3819523"/>
              <a:ext cx="1733550" cy="3009898"/>
            </a:xfrm>
            <a:prstGeom prst="rect"/>
          </p:spPr>
        </p:pic>
      </p:grpSp>
      <p:sp>
        <p:nvSpPr>
          <p:cNvPr id="1048698" name="object 21"/>
          <p:cNvSpPr txBox="1">
            <a:spLocks noGrp="1"/>
          </p:cNvSpPr>
          <p:nvPr>
            <p:ph type="title"/>
          </p:nvPr>
        </p:nvSpPr>
        <p:spPr>
          <a:xfrm>
            <a:off x="739775" y="445388"/>
            <a:ext cx="2357120" cy="1461135"/>
          </a:xfrm>
          <a:prstGeom prst="rect"/>
        </p:spPr>
        <p:txBody>
          <a:bodyPr bIns="0" lIns="0" rIns="0" rtlCol="0" tIns="13335" vert="horz" wrap="square">
            <a:spAutoFit/>
          </a:bodyPr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25"/>
              <a:t>A</a:t>
            </a:r>
            <a:r>
              <a:rPr dirty="0" spc="-5"/>
              <a:t>G</a:t>
            </a:r>
            <a:r>
              <a:rPr dirty="0" spc="-35"/>
              <a:t>E</a:t>
            </a:r>
            <a:r>
              <a:rPr dirty="0" spc="15"/>
              <a:t>N</a:t>
            </a:r>
            <a:r>
              <a:rPr dirty="0"/>
              <a:t>DA</a:t>
            </a:r>
          </a:p>
        </p:txBody>
      </p:sp>
      <p:sp>
        <p:nvSpPr>
          <p:cNvPr id="1048699" name="object 22"/>
          <p:cNvSpPr txBox="1">
            <a:spLocks noGrp="1"/>
          </p:cNvSpPr>
          <p:nvPr>
            <p:ph type="sldNum" sz="quarter" idx="7"/>
          </p:nvPr>
        </p:nvSpPr>
        <p:spPr>
          <a:prstGeom prst="rect"/>
        </p:spPr>
        <p:txBody>
          <a:bodyPr bIns="0" lIns="0" rIns="0" rtlCol="0" tIns="6985" vert="horz" wrap="square">
            <a:spAutoFit/>
          </a:bodyPr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10"/>
              <a:t>3</a:t>
            </a:fld>
            <a:endParaRPr dirty="0" spc="10"/>
          </a:p>
        </p:txBody>
      </p:sp>
      <p:sp>
        <p:nvSpPr>
          <p:cNvPr id="1048700" name="TextBox 22"/>
          <p:cNvSpPr txBox="1"/>
          <p:nvPr/>
        </p:nvSpPr>
        <p:spPr>
          <a:xfrm>
            <a:off x="2509807" y="1041533"/>
            <a:ext cx="5029200" cy="4701541"/>
          </a:xfrm>
          <a:prstGeom prst="rect"/>
          <a:noFill/>
        </p:spPr>
        <p:txBody>
          <a:bodyPr rtlCol="0" wrap="square">
            <a:spAutoFit/>
          </a:bodyPr>
          <a:p>
            <a:pPr algn="l"/>
            <a:endParaRPr b="0" dirty="0" sz="2800" i="0" lang="en-US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+mj-lt"/>
              <a:buAutoNum type="arabicPeriod"/>
            </a:pPr>
            <a:r>
              <a:rPr b="0" dirty="0" sz="2800" i="0" lang="en-US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algn="l">
              <a:buFont typeface="+mj-lt"/>
              <a:buAutoNum type="arabicPeriod"/>
            </a:pPr>
            <a:r>
              <a:rPr b="0" dirty="0" sz="2800" i="0" lang="en-US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</a:p>
          <a:p>
            <a:pPr algn="l">
              <a:buFont typeface="+mj-lt"/>
              <a:buAutoNum type="arabicPeriod"/>
            </a:pPr>
            <a:r>
              <a:rPr b="0" dirty="0" sz="2800" i="0" lang="en-US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End Users</a:t>
            </a:r>
          </a:p>
          <a:p>
            <a:pPr algn="l">
              <a:buFont typeface="+mj-lt"/>
              <a:buAutoNum type="arabicPeriod"/>
            </a:pPr>
            <a:r>
              <a:rPr dirty="0" sz="2800" lang="en-US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Tools and Technologies</a:t>
            </a:r>
            <a:endParaRPr b="0" dirty="0" sz="2800" i="0" lang="en-US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+mj-lt"/>
              <a:buAutoNum type="arabicPeriod"/>
            </a:pPr>
            <a:r>
              <a:rPr b="0" dirty="0" sz="2800" i="0" lang="en-US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Portfolio design and Layout</a:t>
            </a:r>
          </a:p>
          <a:p>
            <a:pPr algn="l">
              <a:buFont typeface="+mj-lt"/>
              <a:buAutoNum type="arabicPeriod"/>
            </a:pPr>
            <a:r>
              <a:rPr dirty="0" sz="2800" lang="en-US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Features and Functionality</a:t>
            </a:r>
            <a:endParaRPr b="0" dirty="0" sz="2800" i="0" lang="en-US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+mj-lt"/>
              <a:buAutoNum type="arabicPeriod"/>
            </a:pPr>
            <a:r>
              <a:rPr b="0" dirty="0" sz="2800" i="0" lang="en-US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Results and </a:t>
            </a:r>
            <a:r>
              <a:rPr dirty="0" sz="2800" lang="en-US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Screenshots</a:t>
            </a:r>
            <a:endParaRPr b="0" dirty="0" sz="2800" i="0" lang="en-US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+mj-lt"/>
              <a:buAutoNum type="arabicPeriod"/>
            </a:pPr>
            <a:r>
              <a:rPr b="0" dirty="0" sz="2800" i="0" lang="en-US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algn="l">
              <a:buFont typeface="+mj-lt"/>
              <a:buAutoNum type="arabicPeriod"/>
            </a:pPr>
            <a:r>
              <a:rPr dirty="0" sz="2800" lang="en-US" err="1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r>
              <a:rPr dirty="0" sz="2800" lang="en-US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Link</a:t>
            </a:r>
            <a:endParaRPr b="0" dirty="0" sz="2800" i="0" lang="en-US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dirty="0" sz="2800"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object 2"/>
          <p:cNvGrpSpPr/>
          <p:nvPr/>
        </p:nvGrpSpPr>
        <p:grpSpPr>
          <a:xfrm>
            <a:off x="7991475" y="2933700"/>
            <a:ext cx="2762250" cy="3257550"/>
            <a:chOff x="7991475" y="2933700"/>
            <a:chExt cx="2762250" cy="3257550"/>
          </a:xfrm>
        </p:grpSpPr>
        <p:sp>
          <p:nvSpPr>
            <p:cNvPr id="1048705" name="object 3"/>
            <p:cNvSpPr/>
            <p:nvPr/>
          </p:nvSpPr>
          <p:spPr>
            <a:xfrm>
              <a:off x="9353550" y="5362575"/>
              <a:ext cx="457200" cy="457200"/>
            </a:xfrm>
            <a:custGeom>
              <a:avLst/>
              <a:ah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42AF51"/>
            </a:solidFill>
          </p:spPr>
          <p:txBody>
            <a:bodyPr bIns="0" lIns="0" rIns="0" rtlCol="0" tIns="0" wrap="square"/>
            <a:p>
              <a:r>
                <a:t/>
              </a:r>
            </a:p>
          </p:txBody>
        </p:sp>
        <p:sp>
          <p:nvSpPr>
            <p:cNvPr id="1048706" name="object 4"/>
            <p:cNvSpPr/>
            <p:nvPr/>
          </p:nvSpPr>
          <p:spPr>
            <a:xfrm>
              <a:off x="9353550" y="5895975"/>
              <a:ext cx="180975" cy="180975"/>
            </a:xfrm>
            <a:custGeom>
              <a:avLst/>
              <a:ahLst/>
              <a:rect l="l" t="t" r="r" b="b"/>
              <a:pathLst>
                <a:path w="180975" h="180975">
                  <a:moveTo>
                    <a:pt x="180975" y="0"/>
                  </a:moveTo>
                  <a:lnTo>
                    <a:pt x="0" y="0"/>
                  </a:lnTo>
                  <a:lnTo>
                    <a:pt x="0" y="180975"/>
                  </a:lnTo>
                  <a:lnTo>
                    <a:pt x="180975" y="180975"/>
                  </a:lnTo>
                  <a:lnTo>
                    <a:pt x="180975" y="0"/>
                  </a:lnTo>
                  <a:close/>
                </a:path>
              </a:pathLst>
            </a:custGeom>
            <a:solidFill>
              <a:srgbClr val="2D936B"/>
            </a:solidFill>
          </p:spPr>
          <p:txBody>
            <a:bodyPr bIns="0" lIns="0" rIns="0" rtlCol="0" tIns="0" wrap="square"/>
            <a:p>
              <a:r>
                <a:t/>
              </a:r>
            </a:p>
          </p:txBody>
        </p:sp>
        <p:pic>
          <p:nvPicPr>
            <p:cNvPr id="2097162" name="object 5"/>
            <p:cNvPicPr>
              <a:picLocks/>
            </p:cNvPicPr>
            <p:nvPr/>
          </p:nvPicPr>
          <p:blipFill>
            <a:blip xmlns:r="http://schemas.openxmlformats.org/officeDocument/2006/relationships" r:embed="rId1" cstate="print"/>
            <a:stretch>
              <a:fillRect/>
            </a:stretch>
          </p:blipFill>
          <p:spPr>
            <a:xfrm>
              <a:off x="7991475" y="2933700"/>
              <a:ext cx="2762250" cy="3257550"/>
            </a:xfrm>
            <a:prstGeom prst="rect"/>
          </p:spPr>
        </p:pic>
      </p:grpSp>
      <p:sp>
        <p:nvSpPr>
          <p:cNvPr id="1048707" name="object 6"/>
          <p:cNvSpPr/>
          <p:nvPr/>
        </p:nvSpPr>
        <p:spPr>
          <a:xfrm>
            <a:off x="6696075" y="1695450"/>
            <a:ext cx="314325" cy="323850"/>
          </a:xfrm>
          <a:custGeom>
            <a:avLst/>
            <a:ah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bIns="0" lIns="0" rIns="0" rtlCol="0" tIns="0" wrap="square"/>
          <a:p>
            <a:r>
              <a:t/>
            </a:r>
          </a:p>
        </p:txBody>
      </p:sp>
      <p:sp>
        <p:nvSpPr>
          <p:cNvPr id="1048708" name="object 7"/>
          <p:cNvSpPr txBox="1">
            <a:spLocks noGrp="1"/>
          </p:cNvSpPr>
          <p:nvPr>
            <p:ph type="title"/>
          </p:nvPr>
        </p:nvSpPr>
        <p:spPr>
          <a:xfrm>
            <a:off x="834072" y="575055"/>
            <a:ext cx="5636895" cy="1261110"/>
          </a:xfrm>
          <a:prstGeom prst="rect"/>
        </p:spPr>
        <p:txBody>
          <a:bodyPr bIns="0" lIns="0" rIns="0" rtlCol="0" tIns="16510" vert="horz" wrap="square">
            <a:spAutoFit/>
          </a:bodyPr>
          <a:p>
            <a:pPr marL="12700">
              <a:lnSpc>
                <a:spcPct val="100000"/>
              </a:lnSpc>
              <a:spcBef>
                <a:spcPts val="130"/>
              </a:spcBef>
              <a:tabLst>
                <a:tab algn="l" pos="2727960"/>
              </a:tabLst>
            </a:pPr>
            <a:r>
              <a:rPr dirty="0" sz="4250" spc="-20"/>
              <a:t>P</a:t>
            </a:r>
            <a:r>
              <a:rPr dirty="0" sz="4250" spc="15"/>
              <a:t>ROB</a:t>
            </a:r>
            <a:r>
              <a:rPr dirty="0" sz="4250" spc="55"/>
              <a:t>L</a:t>
            </a:r>
            <a:r>
              <a:rPr dirty="0" sz="4250" spc="-20"/>
              <a:t>E</a:t>
            </a:r>
            <a:r>
              <a:rPr dirty="0" sz="4250" spc="20"/>
              <a:t>M</a:t>
            </a:r>
            <a:r>
              <a:rPr dirty="0" sz="4250"/>
              <a:t>	</a:t>
            </a:r>
            <a:r>
              <a:rPr dirty="0" sz="4250" spc="10"/>
              <a:t>S</a:t>
            </a:r>
            <a:r>
              <a:rPr dirty="0" sz="4250" spc="-370"/>
              <a:t>T</a:t>
            </a:r>
            <a:r>
              <a:rPr dirty="0" sz="4250" spc="-375"/>
              <a:t>A</a:t>
            </a:r>
            <a:r>
              <a:rPr dirty="0" sz="4250" spc="15"/>
              <a:t>T</a:t>
            </a:r>
            <a:r>
              <a:rPr dirty="0" sz="4250" spc="-10"/>
              <a:t>E</a:t>
            </a:r>
            <a:r>
              <a:rPr dirty="0" sz="4250" spc="-20"/>
              <a:t>ME</a:t>
            </a:r>
            <a:r>
              <a:rPr dirty="0" sz="4250" spc="10"/>
              <a:t>NT</a:t>
            </a:r>
            <a:endParaRPr sz="4250"/>
          </a:p>
        </p:txBody>
      </p:sp>
      <p:pic>
        <p:nvPicPr>
          <p:cNvPr id="2097163" name="object 8"/>
          <p:cNvPicPr>
            <a:picLocks/>
          </p:cNvPicPr>
          <p:nvPr/>
        </p:nvPicPr>
        <p:blipFill>
          <a:blip xmlns:r="http://schemas.openxmlformats.org/officeDocument/2006/relationships" r:embed="rId2" cstate="print"/>
          <a:stretch>
            <a:fillRect/>
          </a:stretch>
        </p:blipFill>
        <p:spPr>
          <a:xfrm>
            <a:off x="676275" y="6467475"/>
            <a:ext cx="2143125" cy="200025"/>
          </a:xfrm>
          <a:prstGeom prst="rect"/>
        </p:spPr>
      </p:pic>
      <p:sp>
        <p:nvSpPr>
          <p:cNvPr id="1048709" name="object 10"/>
          <p:cNvSpPr txBox="1">
            <a:spLocks noGrp="1"/>
          </p:cNvSpPr>
          <p:nvPr>
            <p:ph type="sldNum" sz="quarter" idx="7"/>
          </p:nvPr>
        </p:nvSpPr>
        <p:spPr>
          <a:prstGeom prst="rect"/>
        </p:spPr>
        <p:txBody>
          <a:bodyPr bIns="0" lIns="0" rIns="0" rtlCol="0" tIns="6985" vert="horz" wrap="square">
            <a:spAutoFit/>
          </a:bodyPr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10"/>
              <a:t>4</a:t>
            </a:fld>
            <a:endParaRPr dirty="0" spc="10"/>
          </a:p>
        </p:txBody>
      </p:sp>
      <p:sp>
        <p:nvSpPr>
          <p:cNvPr id="1048710" name=""/>
          <p:cNvSpPr txBox="1"/>
          <p:nvPr/>
        </p:nvSpPr>
        <p:spPr>
          <a:xfrm>
            <a:off x="4096000" y="3219450"/>
            <a:ext cx="4000000" cy="510540"/>
          </a:xfrm>
          <a:prstGeom prst="rect"/>
        </p:spPr>
        <p:txBody>
          <a:bodyPr rtlCol="0" wrap="square">
            <a:spAutoFit/>
          </a:bodyPr>
          <a:p>
            <a:r>
              <a:rPr sz="2800" lang="en-GB">
                <a:solidFill>
                  <a:srgbClr val="000000"/>
                </a:solidFill>
              </a:rPr>
              <a:t/>
            </a:r>
            <a:endParaRPr sz="2800" lang="en-GB">
              <a:solidFill>
                <a:srgbClr val="000000"/>
              </a:solidFill>
            </a:endParaRPr>
          </a:p>
        </p:txBody>
      </p:sp>
      <p:sp>
        <p:nvSpPr>
          <p:cNvPr id="1048711" name=""/>
          <p:cNvSpPr txBox="1"/>
          <p:nvPr/>
        </p:nvSpPr>
        <p:spPr>
          <a:xfrm>
            <a:off x="4096000" y="3219450"/>
            <a:ext cx="4000000" cy="510540"/>
          </a:xfrm>
          <a:prstGeom prst="rect"/>
        </p:spPr>
        <p:txBody>
          <a:bodyPr rtlCol="0" wrap="square">
            <a:spAutoFit/>
          </a:bodyPr>
          <a:p>
            <a:endParaRPr sz="2800" lang="en-GB">
              <a:solidFill>
                <a:srgbClr val="000000"/>
              </a:solidFill>
            </a:endParaRPr>
          </a:p>
        </p:txBody>
      </p:sp>
      <p:sp>
        <p:nvSpPr>
          <p:cNvPr id="1048712" name=""/>
          <p:cNvSpPr txBox="1"/>
          <p:nvPr/>
        </p:nvSpPr>
        <p:spPr>
          <a:xfrm>
            <a:off x="3779943" y="1546860"/>
            <a:ext cx="3870114" cy="5120640"/>
          </a:xfrm>
          <a:prstGeom prst="rect"/>
        </p:spPr>
        <p:txBody>
          <a:bodyPr rtlCol="0" wrap="square">
            <a:spAutoFit/>
          </a:bodyPr>
          <a:p>
            <a:r>
              <a:rPr altLang="en-GB" sz="2800" lang="en-US">
                <a:solidFill>
                  <a:srgbClr val="000000"/>
                </a:solidFill>
              </a:rPr>
              <a:t>User experience — Users may get confused while filling out forms.</a:t>
            </a:r>
            <a:endParaRPr sz="2800" lang="en-GB">
              <a:solidFill>
                <a:srgbClr val="000000"/>
              </a:solidFill>
            </a:endParaRPr>
          </a:p>
          <a:p>
            <a:r>
              <a:rPr altLang="en-GB" sz="2800" lang="en-US">
                <a:solidFill>
                  <a:srgbClr val="000000"/>
                </a:solidFill>
              </a:rPr>
              <a:t>Accessibility — Screen readers cannot correctly interpret unlabeled inputs.</a:t>
            </a:r>
            <a:endParaRPr sz="2800" lang="en-GB">
              <a:solidFill>
                <a:srgbClr val="000000"/>
              </a:solidFill>
            </a:endParaRPr>
          </a:p>
          <a:p>
            <a:r>
              <a:rPr altLang="en-GB" sz="2800" lang="en-US">
                <a:solidFill>
                  <a:srgbClr val="000000"/>
                </a:solidFill>
              </a:rPr>
              <a:t>Form validation — Users may enter incorrect data if fields are unclear.</a:t>
            </a:r>
            <a:endParaRPr sz="2800" lang="en-GB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object 2"/>
          <p:cNvGrpSpPr/>
          <p:nvPr/>
        </p:nvGrpSpPr>
        <p:grpSpPr>
          <a:xfrm>
            <a:off x="8658225" y="2647950"/>
            <a:ext cx="3533775" cy="3810000"/>
            <a:chOff x="8658225" y="2647950"/>
            <a:chExt cx="3533775" cy="3810000"/>
          </a:xfrm>
        </p:grpSpPr>
        <p:sp>
          <p:nvSpPr>
            <p:cNvPr id="1048713" name="object 3"/>
            <p:cNvSpPr/>
            <p:nvPr/>
          </p:nvSpPr>
          <p:spPr>
            <a:xfrm>
              <a:off x="9353550" y="5362575"/>
              <a:ext cx="457200" cy="457200"/>
            </a:xfrm>
            <a:custGeom>
              <a:avLst/>
              <a:ah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42AF51"/>
            </a:solidFill>
          </p:spPr>
          <p:txBody>
            <a:bodyPr bIns="0" lIns="0" rIns="0" rtlCol="0" tIns="0" wrap="square"/>
            <a:p/>
          </p:txBody>
        </p:sp>
        <p:sp>
          <p:nvSpPr>
            <p:cNvPr id="1048714" name="object 4"/>
            <p:cNvSpPr/>
            <p:nvPr/>
          </p:nvSpPr>
          <p:spPr>
            <a:xfrm>
              <a:off x="9353550" y="5895975"/>
              <a:ext cx="180975" cy="180975"/>
            </a:xfrm>
            <a:custGeom>
              <a:avLst/>
              <a:ahLst/>
              <a:rect l="l" t="t" r="r" b="b"/>
              <a:pathLst>
                <a:path w="180975" h="180975">
                  <a:moveTo>
                    <a:pt x="180975" y="0"/>
                  </a:moveTo>
                  <a:lnTo>
                    <a:pt x="0" y="0"/>
                  </a:lnTo>
                  <a:lnTo>
                    <a:pt x="0" y="180975"/>
                  </a:lnTo>
                  <a:lnTo>
                    <a:pt x="180975" y="180975"/>
                  </a:lnTo>
                  <a:lnTo>
                    <a:pt x="180975" y="0"/>
                  </a:lnTo>
                  <a:close/>
                </a:path>
              </a:pathLst>
            </a:custGeom>
            <a:solidFill>
              <a:srgbClr val="2D936B"/>
            </a:solidFill>
          </p:spPr>
          <p:txBody>
            <a:bodyPr bIns="0" lIns="0" rIns="0" rtlCol="0" tIns="0" wrap="square"/>
            <a:p/>
          </p:txBody>
        </p:sp>
        <p:pic>
          <p:nvPicPr>
            <p:cNvPr id="2097164" name="object 5"/>
            <p:cNvPicPr>
              <a:picLocks/>
            </p:cNvPicPr>
            <p:nvPr/>
          </p:nvPicPr>
          <p:blipFill>
            <a:blip xmlns:r="http://schemas.openxmlformats.org/officeDocument/2006/relationships" r:embed="rId1" cstate="print"/>
            <a:stretch>
              <a:fillRect/>
            </a:stretch>
          </p:blipFill>
          <p:spPr>
            <a:xfrm>
              <a:off x="8658225" y="2647950"/>
              <a:ext cx="3533775" cy="3810000"/>
            </a:xfrm>
            <a:prstGeom prst="rect"/>
          </p:spPr>
        </p:pic>
      </p:grpSp>
      <p:sp>
        <p:nvSpPr>
          <p:cNvPr id="1048715" name="object 6"/>
          <p:cNvSpPr/>
          <p:nvPr/>
        </p:nvSpPr>
        <p:spPr>
          <a:xfrm>
            <a:off x="6696075" y="1695450"/>
            <a:ext cx="314325" cy="323850"/>
          </a:xfrm>
          <a:custGeom>
            <a:avLst/>
            <a:ah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bIns="0" lIns="0" rIns="0" rtlCol="0" tIns="0" wrap="square"/>
          <a:p/>
        </p:txBody>
      </p:sp>
      <p:sp>
        <p:nvSpPr>
          <p:cNvPr id="1048716" name="object 7"/>
          <p:cNvSpPr txBox="1">
            <a:spLocks noGrp="1"/>
          </p:cNvSpPr>
          <p:nvPr>
            <p:ph type="title"/>
          </p:nvPr>
        </p:nvSpPr>
        <p:spPr>
          <a:xfrm>
            <a:off x="739775" y="829627"/>
            <a:ext cx="5263515" cy="638810"/>
          </a:xfrm>
          <a:prstGeom prst="rect"/>
        </p:spPr>
        <p:txBody>
          <a:bodyPr bIns="0" lIns="0" rIns="0" rtlCol="0" tIns="16510" vert="horz" wrap="square">
            <a:spAutoFit/>
          </a:bodyPr>
          <a:p>
            <a:pPr marL="12700">
              <a:lnSpc>
                <a:spcPct val="100000"/>
              </a:lnSpc>
              <a:spcBef>
                <a:spcPts val="130"/>
              </a:spcBef>
              <a:tabLst>
                <a:tab algn="l" pos="2642870"/>
              </a:tabLst>
            </a:pPr>
            <a:r>
              <a:rPr dirty="0" sz="4250" spc="5"/>
              <a:t>PROJECT	</a:t>
            </a:r>
            <a:r>
              <a:rPr dirty="0" sz="4250" spc="-20"/>
              <a:t>OVERVIEW</a:t>
            </a:r>
            <a:endParaRPr sz="4250"/>
          </a:p>
        </p:txBody>
      </p:sp>
      <p:pic>
        <p:nvPicPr>
          <p:cNvPr id="2097165" name="object 8"/>
          <p:cNvPicPr>
            <a:picLocks/>
          </p:cNvPicPr>
          <p:nvPr/>
        </p:nvPicPr>
        <p:blipFill>
          <a:blip xmlns:r="http://schemas.openxmlformats.org/officeDocument/2006/relationships" r:embed="rId2" cstate="print"/>
          <a:stretch>
            <a:fillRect/>
          </a:stretch>
        </p:blipFill>
        <p:spPr>
          <a:xfrm>
            <a:off x="676275" y="6467475"/>
            <a:ext cx="2143125" cy="200025"/>
          </a:xfrm>
          <a:prstGeom prst="rect"/>
        </p:spPr>
      </p:pic>
      <p:sp>
        <p:nvSpPr>
          <p:cNvPr id="1048717" name="object 10"/>
          <p:cNvSpPr txBox="1">
            <a:spLocks noGrp="1"/>
          </p:cNvSpPr>
          <p:nvPr>
            <p:ph type="sldNum" sz="quarter" idx="7"/>
          </p:nvPr>
        </p:nvSpPr>
        <p:spPr>
          <a:prstGeom prst="rect"/>
        </p:spPr>
        <p:txBody>
          <a:bodyPr bIns="0" lIns="0" rIns="0" rtlCol="0" tIns="6985" vert="horz" wrap="square">
            <a:spAutoFit/>
          </a:bodyPr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10"/>
              <a:t>5</a:t>
            </a:fld>
            <a:endParaRPr dirty="0" spc="10"/>
          </a:p>
        </p:txBody>
      </p:sp>
      <p:sp>
        <p:nvSpPr>
          <p:cNvPr id="1048718" name=""/>
          <p:cNvSpPr txBox="1"/>
          <p:nvPr/>
        </p:nvSpPr>
        <p:spPr>
          <a:xfrm>
            <a:off x="2962656" y="1857374"/>
            <a:ext cx="4572000" cy="6797040"/>
          </a:xfrm>
          <a:prstGeom prst="rect"/>
        </p:spPr>
        <p:txBody>
          <a:bodyPr rtlCol="0" wrap="square">
            <a:spAutoFit/>
          </a:bodyPr>
          <a:p>
            <a:r>
              <a:rPr sz="2800" lang="en-GB">
                <a:solidFill>
                  <a:srgbClr val="000000"/>
                </a:solidFill>
              </a:rPr>
              <a:t>This project focuses on using the HTML &lt;label&gt; element to create more accessible and user-friendly web forms. The &lt;label&gt; tag links text descriptions to input fields, helping users understand what information is required and improving navigation. Proper use of labels enhances the overall usability, supports screen readers, and ensures a better experience for all users while filling out forms.</a:t>
            </a:r>
            <a:endParaRPr sz="2800" lang="en-GB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9" name="object 2"/>
          <p:cNvSpPr/>
          <p:nvPr/>
        </p:nvSpPr>
        <p:spPr>
          <a:xfrm>
            <a:off x="9353550" y="5362575"/>
            <a:ext cx="457200" cy="457200"/>
          </a:xfrm>
          <a:custGeom>
            <a:avLst/>
            <a:ah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bIns="0" lIns="0" rIns="0" rtlCol="0" tIns="0" wrap="square"/>
          <a:p/>
        </p:txBody>
      </p:sp>
      <p:sp>
        <p:nvSpPr>
          <p:cNvPr id="1048720" name="object 3"/>
          <p:cNvSpPr/>
          <p:nvPr/>
        </p:nvSpPr>
        <p:spPr>
          <a:xfrm>
            <a:off x="6696075" y="1695450"/>
            <a:ext cx="314325" cy="323850"/>
          </a:xfrm>
          <a:custGeom>
            <a:avLst/>
            <a:ah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bIns="0" lIns="0" rIns="0" rtlCol="0" tIns="0" wrap="square"/>
          <a:p/>
        </p:txBody>
      </p:sp>
      <p:sp>
        <p:nvSpPr>
          <p:cNvPr id="1048721" name="object 4"/>
          <p:cNvSpPr/>
          <p:nvPr/>
        </p:nvSpPr>
        <p:spPr>
          <a:xfrm>
            <a:off x="9353550" y="5895975"/>
            <a:ext cx="180975" cy="180975"/>
          </a:xfrm>
          <a:custGeom>
            <a:avLst/>
            <a:ahLst/>
            <a:rect l="l" t="t" r="r" b="b"/>
            <a:pathLst>
              <a:path w="180975" h="180975">
                <a:moveTo>
                  <a:pt x="180975" y="0"/>
                </a:moveTo>
                <a:lnTo>
                  <a:pt x="0" y="0"/>
                </a:lnTo>
                <a:lnTo>
                  <a:pt x="0" y="180975"/>
                </a:lnTo>
                <a:lnTo>
                  <a:pt x="180975" y="180975"/>
                </a:lnTo>
                <a:lnTo>
                  <a:pt x="180975" y="0"/>
                </a:lnTo>
                <a:close/>
              </a:path>
            </a:pathLst>
          </a:custGeom>
          <a:solidFill>
            <a:srgbClr val="2D936B"/>
          </a:solidFill>
        </p:spPr>
        <p:txBody>
          <a:bodyPr bIns="0" lIns="0" rIns="0" rtlCol="0" tIns="0" wrap="square"/>
          <a:p/>
        </p:txBody>
      </p:sp>
      <p:sp>
        <p:nvSpPr>
          <p:cNvPr id="1048722" name="object 5"/>
          <p:cNvSpPr txBox="1">
            <a:spLocks noGrp="1"/>
          </p:cNvSpPr>
          <p:nvPr>
            <p:ph type="title"/>
          </p:nvPr>
        </p:nvSpPr>
        <p:spPr>
          <a:xfrm>
            <a:off x="699452" y="891793"/>
            <a:ext cx="5014595" cy="518159"/>
          </a:xfrm>
          <a:prstGeom prst="rect"/>
        </p:spPr>
        <p:txBody>
          <a:bodyPr bIns="0" lIns="0" rIns="0" rtlCol="0" tIns="16510" vert="horz" wrap="square">
            <a:spAutoFit/>
          </a:bodyPr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3200" spc="25"/>
              <a:t>W</a:t>
            </a:r>
            <a:r>
              <a:rPr dirty="0" sz="3200" spc="-20"/>
              <a:t>H</a:t>
            </a:r>
            <a:r>
              <a:rPr dirty="0" sz="3200" spc="20"/>
              <a:t>O</a:t>
            </a:r>
            <a:r>
              <a:rPr dirty="0" sz="3200" spc="-235"/>
              <a:t> </a:t>
            </a:r>
            <a:r>
              <a:rPr dirty="0" sz="3200" spc="-10"/>
              <a:t>AR</a:t>
            </a:r>
            <a:r>
              <a:rPr dirty="0" sz="3200" spc="15"/>
              <a:t>E</a:t>
            </a:r>
            <a:r>
              <a:rPr dirty="0" sz="3200" spc="-35"/>
              <a:t> </a:t>
            </a:r>
            <a:r>
              <a:rPr dirty="0" sz="3200" spc="-10"/>
              <a:t>T</a:t>
            </a:r>
            <a:r>
              <a:rPr dirty="0" sz="3200" spc="-15"/>
              <a:t>H</a:t>
            </a:r>
            <a:r>
              <a:rPr dirty="0" sz="3200" spc="15"/>
              <a:t>E</a:t>
            </a:r>
            <a:r>
              <a:rPr dirty="0" sz="3200" spc="-35"/>
              <a:t> </a:t>
            </a:r>
            <a:r>
              <a:rPr dirty="0" sz="3200" spc="-20"/>
              <a:t>E</a:t>
            </a:r>
            <a:r>
              <a:rPr dirty="0" sz="3200" spc="30"/>
              <a:t>N</a:t>
            </a:r>
            <a:r>
              <a:rPr dirty="0" sz="3200" spc="15"/>
              <a:t>D</a:t>
            </a:r>
            <a:r>
              <a:rPr dirty="0" sz="3200" spc="-45"/>
              <a:t> </a:t>
            </a:r>
            <a:r>
              <a:rPr dirty="0" sz="3200"/>
              <a:t>U</a:t>
            </a:r>
            <a:r>
              <a:rPr dirty="0" sz="3200" spc="10"/>
              <a:t>S</a:t>
            </a:r>
            <a:r>
              <a:rPr dirty="0" sz="3200" spc="-25"/>
              <a:t>E</a:t>
            </a:r>
            <a:r>
              <a:rPr dirty="0" sz="3200" spc="-10"/>
              <a:t>R</a:t>
            </a:r>
            <a:r>
              <a:rPr dirty="0" sz="3200" spc="5"/>
              <a:t>S?</a:t>
            </a:r>
            <a:endParaRPr sz="3200"/>
          </a:p>
        </p:txBody>
      </p:sp>
      <p:pic>
        <p:nvPicPr>
          <p:cNvPr id="2097166" name="object 6"/>
          <p:cNvPicPr>
            <a:picLocks/>
          </p:cNvPicPr>
          <p:nvPr/>
        </p:nvPicPr>
        <p:blipFill>
          <a:blip xmlns:r="http://schemas.openxmlformats.org/officeDocument/2006/relationships" r:embed="rId1" cstate="print"/>
          <a:stretch>
            <a:fillRect/>
          </a:stretch>
        </p:blipFill>
        <p:spPr>
          <a:xfrm>
            <a:off x="723900" y="6172200"/>
            <a:ext cx="2181225" cy="485775"/>
          </a:xfrm>
          <a:prstGeom prst="rect"/>
        </p:spPr>
      </p:pic>
      <p:sp>
        <p:nvSpPr>
          <p:cNvPr id="1048723" name="object 8"/>
          <p:cNvSpPr txBox="1">
            <a:spLocks noGrp="1"/>
          </p:cNvSpPr>
          <p:nvPr>
            <p:ph type="sldNum" sz="quarter" idx="7"/>
          </p:nvPr>
        </p:nvSpPr>
        <p:spPr>
          <a:prstGeom prst="rect"/>
        </p:spPr>
        <p:txBody>
          <a:bodyPr bIns="0" lIns="0" rIns="0" rtlCol="0" tIns="6985" vert="horz" wrap="square">
            <a:spAutoFit/>
          </a:bodyPr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10"/>
              <a:t>6</a:t>
            </a:fld>
            <a:endParaRPr dirty="0" spc="10"/>
          </a:p>
        </p:txBody>
      </p:sp>
      <p:sp>
        <p:nvSpPr>
          <p:cNvPr id="1048724" name=""/>
          <p:cNvSpPr txBox="1"/>
          <p:nvPr/>
        </p:nvSpPr>
        <p:spPr>
          <a:xfrm>
            <a:off x="1463386" y="1470660"/>
            <a:ext cx="9265229" cy="4701540"/>
          </a:xfrm>
          <a:prstGeom prst="rect"/>
        </p:spPr>
        <p:txBody>
          <a:bodyPr rtlCol="0" wrap="square">
            <a:spAutoFit/>
          </a:bodyPr>
          <a:p>
            <a:r>
              <a:rPr altLang="en-GB" sz="2800" lang="en-US">
                <a:solidFill>
                  <a:srgbClr val="000000"/>
                </a:solidFill>
              </a:rPr>
              <a:t>The end users are individuals who interact with web forms on websites or applications. They can include:</a:t>
            </a:r>
            <a:endParaRPr sz="2800" lang="en-GB">
              <a:solidFill>
                <a:srgbClr val="000000"/>
              </a:solidFill>
            </a:endParaRPr>
          </a:p>
          <a:p>
            <a:r>
              <a:rPr altLang="en-GB" sz="2800" lang="en-US">
                <a:solidFill>
                  <a:srgbClr val="000000"/>
                </a:solidFill>
              </a:rPr>
              <a:t>1. General Users – People filling out forms for registrations, logins, feedback, or purchases.</a:t>
            </a:r>
            <a:endParaRPr sz="2800" lang="en-GB">
              <a:solidFill>
                <a:srgbClr val="000000"/>
              </a:solidFill>
            </a:endParaRPr>
          </a:p>
          <a:p>
            <a:r>
              <a:rPr altLang="en-GB" sz="2800" lang="en-US">
                <a:solidFill>
                  <a:srgbClr val="000000"/>
                </a:solidFill>
              </a:rPr>
              <a:t>2. Visually Impaired Users – Users who rely on screen readers benefit from properly implemented &lt;label&gt; elements.</a:t>
            </a:r>
            <a:endParaRPr sz="2800" lang="en-GB">
              <a:solidFill>
                <a:srgbClr val="000000"/>
              </a:solidFill>
            </a:endParaRPr>
          </a:p>
          <a:p>
            <a:r>
              <a:rPr altLang="en-GB" sz="2800" lang="en-US">
                <a:solidFill>
                  <a:srgbClr val="000000"/>
                </a:solidFill>
              </a:rPr>
              <a:t>3. Elderly Users – Clear labels make forms easier to understand and navigate.</a:t>
            </a:r>
            <a:endParaRPr sz="2800" lang="en-GB">
              <a:solidFill>
                <a:srgbClr val="000000"/>
              </a:solidFill>
            </a:endParaRPr>
          </a:p>
          <a:p>
            <a:r>
              <a:rPr altLang="en-GB" sz="2800" lang="en-US">
                <a:solidFill>
                  <a:srgbClr val="000000"/>
                </a:solidFill>
              </a:rPr>
              <a:t>4. Mobile Users – Labels improve touch accessibility by making input selection easier.</a:t>
            </a:r>
            <a:endParaRPr sz="2800" lang="en-GB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4" name="object 2"/>
          <p:cNvPicPr>
            <a:picLocks/>
          </p:cNvPicPr>
          <p:nvPr/>
        </p:nvPicPr>
        <p:blipFill>
          <a:blip xmlns:r="http://schemas.openxmlformats.org/officeDocument/2006/relationships" r:embed="rId1" cstate="print"/>
          <a:stretch>
            <a:fillRect/>
          </a:stretch>
        </p:blipFill>
        <p:spPr>
          <a:xfrm>
            <a:off x="0" y="1476375"/>
            <a:ext cx="2695574" cy="3248025"/>
          </a:xfrm>
          <a:prstGeom prst="rect"/>
        </p:spPr>
      </p:pic>
      <p:sp>
        <p:nvSpPr>
          <p:cNvPr id="1048650" name="object 3"/>
          <p:cNvSpPr/>
          <p:nvPr/>
        </p:nvSpPr>
        <p:spPr>
          <a:xfrm>
            <a:off x="9353550" y="5362575"/>
            <a:ext cx="457200" cy="457200"/>
          </a:xfrm>
          <a:custGeom>
            <a:avLst/>
            <a:ah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bIns="0" lIns="0" rIns="0" rtlCol="0" tIns="0" wrap="square"/>
          <a:p/>
        </p:txBody>
      </p:sp>
      <p:sp>
        <p:nvSpPr>
          <p:cNvPr id="1048651" name="object 4"/>
          <p:cNvSpPr/>
          <p:nvPr/>
        </p:nvSpPr>
        <p:spPr>
          <a:xfrm>
            <a:off x="6696075" y="1695450"/>
            <a:ext cx="314325" cy="323850"/>
          </a:xfrm>
          <a:custGeom>
            <a:avLst/>
            <a:ah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bIns="0" lIns="0" rIns="0" rtlCol="0" tIns="0" wrap="square"/>
          <a:p/>
        </p:txBody>
      </p:sp>
      <p:sp>
        <p:nvSpPr>
          <p:cNvPr id="1048652" name="object 5"/>
          <p:cNvSpPr/>
          <p:nvPr/>
        </p:nvSpPr>
        <p:spPr>
          <a:xfrm>
            <a:off x="9353550" y="5895975"/>
            <a:ext cx="180975" cy="180975"/>
          </a:xfrm>
          <a:custGeom>
            <a:avLst/>
            <a:ahLst/>
            <a:rect l="l" t="t" r="r" b="b"/>
            <a:pathLst>
              <a:path w="180975" h="180975">
                <a:moveTo>
                  <a:pt x="180975" y="0"/>
                </a:moveTo>
                <a:lnTo>
                  <a:pt x="0" y="0"/>
                </a:lnTo>
                <a:lnTo>
                  <a:pt x="0" y="180975"/>
                </a:lnTo>
                <a:lnTo>
                  <a:pt x="180975" y="180975"/>
                </a:lnTo>
                <a:lnTo>
                  <a:pt x="180975" y="0"/>
                </a:lnTo>
                <a:close/>
              </a:path>
            </a:pathLst>
          </a:custGeom>
          <a:solidFill>
            <a:srgbClr val="2D936B"/>
          </a:solidFill>
        </p:spPr>
        <p:txBody>
          <a:bodyPr bIns="0" lIns="0" rIns="0" rtlCol="0" tIns="0" wrap="square"/>
          <a:p/>
        </p:txBody>
      </p:sp>
      <p:sp>
        <p:nvSpPr>
          <p:cNvPr id="1048653" name="object 6"/>
          <p:cNvSpPr txBox="1">
            <a:spLocks noGrp="1"/>
          </p:cNvSpPr>
          <p:nvPr>
            <p:ph type="title"/>
          </p:nvPr>
        </p:nvSpPr>
        <p:spPr>
          <a:xfrm>
            <a:off x="558165" y="857885"/>
            <a:ext cx="9763125" cy="546736"/>
          </a:xfrm>
          <a:prstGeom prst="rect"/>
        </p:spPr>
        <p:txBody>
          <a:bodyPr bIns="0" lIns="0" rIns="0" rtlCol="0" tIns="13335" vert="horz" wrap="square">
            <a:spAutoFit/>
          </a:bodyPr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600" lang="en-IN" spc="10"/>
              <a:t>TOOLS AND TECHNIQUES</a:t>
            </a:r>
            <a:endParaRPr dirty="0" sz="3600"/>
          </a:p>
        </p:txBody>
      </p:sp>
      <p:pic>
        <p:nvPicPr>
          <p:cNvPr id="2097155" name="object 7"/>
          <p:cNvPicPr>
            <a:picLocks/>
          </p:cNvPicPr>
          <p:nvPr/>
        </p:nvPicPr>
        <p:blipFill>
          <a:blip xmlns:r="http://schemas.openxmlformats.org/officeDocument/2006/relationships" r:embed="rId2" cstate="print"/>
          <a:stretch>
            <a:fillRect/>
          </a:stretch>
        </p:blipFill>
        <p:spPr>
          <a:xfrm>
            <a:off x="676275" y="6467475"/>
            <a:ext cx="2143125" cy="200025"/>
          </a:xfrm>
          <a:prstGeom prst="rect"/>
        </p:spPr>
      </p:pic>
      <p:sp>
        <p:nvSpPr>
          <p:cNvPr id="1048654" name="object 9"/>
          <p:cNvSpPr txBox="1">
            <a:spLocks noGrp="1"/>
          </p:cNvSpPr>
          <p:nvPr>
            <p:ph type="sldNum" sz="quarter" idx="7"/>
          </p:nvPr>
        </p:nvSpPr>
        <p:spPr>
          <a:prstGeom prst="rect"/>
        </p:spPr>
        <p:txBody>
          <a:bodyPr bIns="0" lIns="0" rIns="0" rtlCol="0" tIns="6985" vert="horz" wrap="square">
            <a:spAutoFit/>
          </a:bodyPr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10"/>
              <a:t>7</a:t>
            </a:fld>
            <a:endParaRPr dirty="0" spc="10"/>
          </a:p>
        </p:txBody>
      </p:sp>
      <p:sp>
        <p:nvSpPr>
          <p:cNvPr id="1048655" name=""/>
          <p:cNvSpPr txBox="1"/>
          <p:nvPr/>
        </p:nvSpPr>
        <p:spPr>
          <a:xfrm>
            <a:off x="2819399" y="3212147"/>
            <a:ext cx="7948544" cy="3710939"/>
          </a:xfrm>
          <a:prstGeom prst="rect"/>
        </p:spPr>
        <p:txBody>
          <a:bodyPr rtlCol="0" wrap="square">
            <a:spAutoFit/>
          </a:bodyPr>
          <a:p>
            <a:r>
              <a:rPr altLang="en-GB" sz="2800" lang="en-US">
                <a:solidFill>
                  <a:srgbClr val="000000"/>
                </a:solidFill>
              </a:rPr>
              <a:t>Tools and Techniques of HTML Labels (Simple Version):</a:t>
            </a:r>
            <a:endParaRPr sz="2800" lang="en-GB">
              <a:solidFill>
                <a:srgbClr val="000000"/>
              </a:solidFill>
            </a:endParaRPr>
          </a:p>
          <a:p>
            <a:r>
              <a:rPr altLang="en-GB" sz="2800" lang="en-US">
                <a:solidFill>
                  <a:srgbClr val="000000"/>
                </a:solidFill>
              </a:rPr>
              <a:t>Tools: Text editor (like Notepad, VS Code), Web browser (Chrome, Firefox).</a:t>
            </a:r>
            <a:endParaRPr sz="2800" lang="en-GB">
              <a:solidFill>
                <a:srgbClr val="000000"/>
              </a:solidFill>
            </a:endParaRPr>
          </a:p>
          <a:p>
            <a:r>
              <a:rPr altLang="en-GB" sz="2800" lang="en-US">
                <a:solidFill>
                  <a:srgbClr val="000000"/>
                </a:solidFill>
              </a:rPr>
              <a:t>Techniques: Use &lt;label&gt; tag, connect it with form elements using for attribute, place label text near input fields for clarity.</a:t>
            </a:r>
            <a:endParaRPr sz="2800" lang="en-GB">
              <a:solidFill>
                <a:srgbClr val="000000"/>
              </a:solidFill>
            </a:endParaRPr>
          </a:p>
          <a:p>
            <a:endParaRPr sz="2800" lang="en-GB">
              <a:solidFill>
                <a:srgbClr val="000000"/>
              </a:solidFill>
            </a:endParaRPr>
          </a:p>
          <a:p>
            <a:endParaRPr altLang="en-US" lang="zh-C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0" name="object 5"/>
          <p:cNvSpPr/>
          <p:nvPr/>
        </p:nvSpPr>
        <p:spPr>
          <a:xfrm>
            <a:off x="9353550" y="5895975"/>
            <a:ext cx="180975" cy="180975"/>
          </a:xfrm>
          <a:custGeom>
            <a:avLst/>
            <a:ahLst/>
            <a:rect l="l" t="t" r="r" b="b"/>
            <a:pathLst>
              <a:path w="180975" h="180975">
                <a:moveTo>
                  <a:pt x="180975" y="0"/>
                </a:moveTo>
                <a:lnTo>
                  <a:pt x="0" y="0"/>
                </a:lnTo>
                <a:lnTo>
                  <a:pt x="0" y="180975"/>
                </a:lnTo>
                <a:lnTo>
                  <a:pt x="180975" y="180975"/>
                </a:lnTo>
                <a:lnTo>
                  <a:pt x="180975" y="0"/>
                </a:lnTo>
                <a:close/>
              </a:path>
            </a:pathLst>
          </a:custGeom>
          <a:solidFill>
            <a:srgbClr val="2D936B"/>
          </a:solidFill>
        </p:spPr>
        <p:txBody>
          <a:bodyPr bIns="0" lIns="0" rIns="0" rtlCol="0" tIns="0" wrap="square"/>
          <a:p/>
        </p:txBody>
      </p:sp>
      <p:pic>
        <p:nvPicPr>
          <p:cNvPr id="2097153" name="object 6"/>
          <p:cNvPicPr>
            <a:picLocks/>
          </p:cNvPicPr>
          <p:nvPr/>
        </p:nvPicPr>
        <p:blipFill>
          <a:blip xmlns:r="http://schemas.openxmlformats.org/officeDocument/2006/relationships" r:embed="rId1" cstate="print"/>
          <a:stretch>
            <a:fillRect/>
          </a:stretch>
        </p:blipFill>
        <p:spPr>
          <a:xfrm>
            <a:off x="1666875" y="6467475"/>
            <a:ext cx="76200" cy="177800"/>
          </a:xfrm>
          <a:prstGeom prst="rect"/>
        </p:spPr>
      </p:pic>
      <p:sp>
        <p:nvSpPr>
          <p:cNvPr id="1048641" name="object 9"/>
          <p:cNvSpPr txBox="1"/>
          <p:nvPr/>
        </p:nvSpPr>
        <p:spPr>
          <a:xfrm>
            <a:off x="11277218" y="6473337"/>
            <a:ext cx="228600" cy="191770"/>
          </a:xfrm>
          <a:prstGeom prst="rect"/>
        </p:spPr>
        <p:txBody>
          <a:bodyPr bIns="0" lIns="0" rIns="0" rtlCol="0" tIns="6985" vert="horz" wrap="square">
            <a:spAutoFit/>
          </a:bodyPr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z="1100" spc="10">
                <a:solidFill>
                  <a:srgbClr val="2D936B"/>
                </a:solidFill>
                <a:latin typeface="Trebuchet MS"/>
                <a:cs typeface="Trebuchet MS"/>
              </a:rPr>
              <a:t>8</a:t>
            </a:fld>
            <a:endParaRPr sz="1100">
              <a:latin typeface="Trebuchet MS"/>
              <a:cs typeface="Trebuchet MS"/>
            </a:endParaRPr>
          </a:p>
        </p:txBody>
      </p:sp>
      <p:sp>
        <p:nvSpPr>
          <p:cNvPr id="1048642" name="object 8"/>
          <p:cNvSpPr txBox="1"/>
          <p:nvPr/>
        </p:nvSpPr>
        <p:spPr>
          <a:xfrm>
            <a:off x="739775" y="291147"/>
            <a:ext cx="8794750" cy="629018"/>
          </a:xfrm>
          <a:prstGeom prst="rect"/>
        </p:spPr>
        <p:txBody>
          <a:bodyPr bIns="0" lIns="0" rIns="0" rtlCol="0" tIns="13335" vert="horz" wrap="square">
            <a:spAutoFit/>
          </a:bodyPr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1" dirty="0" sz="4000" lang="en-IN" spc="15">
                <a:latin typeface="Trebuchet MS"/>
                <a:cs typeface="Trebuchet MS"/>
              </a:rPr>
              <a:t>POTFOLIO DESIGN AND LAYOUT</a:t>
            </a:r>
            <a:endParaRPr dirty="0" sz="4000">
              <a:latin typeface="Trebuchet MS"/>
              <a:cs typeface="Trebuchet MS"/>
            </a:endParaRPr>
          </a:p>
        </p:txBody>
      </p:sp>
      <p:sp>
        <p:nvSpPr>
          <p:cNvPr id="1048643" name="object 3"/>
          <p:cNvSpPr/>
          <p:nvPr/>
        </p:nvSpPr>
        <p:spPr>
          <a:xfrm>
            <a:off x="10058400" y="525141"/>
            <a:ext cx="457200" cy="457200"/>
          </a:xfrm>
          <a:custGeom>
            <a:avLst/>
            <a:ah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bIns="0" lIns="0" rIns="0" rtlCol="0" tIns="0" wrap="square"/>
          <a:p/>
        </p:txBody>
      </p:sp>
      <p:sp>
        <p:nvSpPr>
          <p:cNvPr id="1048644" name=""/>
          <p:cNvSpPr txBox="1"/>
          <p:nvPr/>
        </p:nvSpPr>
        <p:spPr>
          <a:xfrm>
            <a:off x="4096000" y="3219450"/>
            <a:ext cx="4000000" cy="510540"/>
          </a:xfrm>
          <a:prstGeom prst="rect"/>
        </p:spPr>
        <p:txBody>
          <a:bodyPr rtlCol="0" wrap="square">
            <a:spAutoFit/>
          </a:bodyPr>
          <a:p>
            <a:r>
              <a:rPr sz="2800" lang="en-GB">
                <a:solidFill>
                  <a:srgbClr val="000000"/>
                </a:solidFill>
              </a:rPr>
              <a:t/>
            </a:r>
            <a:endParaRPr sz="2800" lang="en-GB">
              <a:solidFill>
                <a:srgbClr val="000000"/>
              </a:solidFill>
            </a:endParaRPr>
          </a:p>
        </p:txBody>
      </p:sp>
      <p:sp>
        <p:nvSpPr>
          <p:cNvPr id="1048645" name=""/>
          <p:cNvSpPr txBox="1"/>
          <p:nvPr/>
        </p:nvSpPr>
        <p:spPr>
          <a:xfrm>
            <a:off x="4096000" y="3219450"/>
            <a:ext cx="4000000" cy="510540"/>
          </a:xfrm>
          <a:prstGeom prst="rect"/>
        </p:spPr>
        <p:txBody>
          <a:bodyPr rtlCol="0" wrap="square">
            <a:spAutoFit/>
          </a:bodyPr>
          <a:p>
            <a:r>
              <a:rPr altLang="en-GB" sz="2800" lang="en-US">
                <a:solidFill>
                  <a:srgbClr val="000000"/>
                </a:solidFill>
              </a:rPr>
              <a:t>M</a:t>
            </a:r>
            <a:endParaRPr sz="2800" lang="en-GB">
              <a:solidFill>
                <a:srgbClr val="000000"/>
              </a:solidFill>
            </a:endParaRPr>
          </a:p>
        </p:txBody>
      </p:sp>
      <p:sp>
        <p:nvSpPr>
          <p:cNvPr id="1048646" name=""/>
          <p:cNvSpPr txBox="1"/>
          <p:nvPr/>
        </p:nvSpPr>
        <p:spPr>
          <a:xfrm>
            <a:off x="4096000" y="3219450"/>
            <a:ext cx="4000000" cy="510540"/>
          </a:xfrm>
          <a:prstGeom prst="rect"/>
        </p:spPr>
        <p:txBody>
          <a:bodyPr rtlCol="0" wrap="square">
            <a:spAutoFit/>
          </a:bodyPr>
          <a:p>
            <a:endParaRPr sz="2800" lang="en-GB">
              <a:solidFill>
                <a:srgbClr val="000000"/>
              </a:solidFill>
            </a:endParaRPr>
          </a:p>
        </p:txBody>
      </p:sp>
      <p:sp>
        <p:nvSpPr>
          <p:cNvPr id="1048647" name=""/>
          <p:cNvSpPr txBox="1"/>
          <p:nvPr/>
        </p:nvSpPr>
        <p:spPr>
          <a:xfrm>
            <a:off x="4096000" y="3219450"/>
            <a:ext cx="4000000" cy="510540"/>
          </a:xfrm>
          <a:prstGeom prst="rect"/>
        </p:spPr>
        <p:txBody>
          <a:bodyPr rtlCol="0" wrap="square">
            <a:spAutoFit/>
          </a:bodyPr>
          <a:p>
            <a:r>
              <a:rPr sz="2800" lang="en-GB">
                <a:solidFill>
                  <a:srgbClr val="000000"/>
                </a:solidFill>
              </a:rPr>
              <a:t/>
            </a:r>
            <a:endParaRPr sz="2800" lang="en-GB">
              <a:solidFill>
                <a:srgbClr val="000000"/>
              </a:solidFill>
            </a:endParaRPr>
          </a:p>
        </p:txBody>
      </p:sp>
      <p:sp>
        <p:nvSpPr>
          <p:cNvPr id="1048648" name=""/>
          <p:cNvSpPr txBox="1"/>
          <p:nvPr/>
        </p:nvSpPr>
        <p:spPr>
          <a:xfrm>
            <a:off x="2985346" y="2432718"/>
            <a:ext cx="3792182" cy="14759940"/>
          </a:xfrm>
          <a:prstGeom prst="rect"/>
        </p:spPr>
        <p:txBody>
          <a:bodyPr rtlCol="0" wrap="square">
            <a:spAutoFit/>
          </a:bodyPr>
          <a:p>
            <a:r>
              <a:rPr altLang="en-GB" sz="2800" lang="en-US">
                <a:solidFill>
                  <a:srgbClr val="000000"/>
                </a:solidFill>
              </a:rPr>
              <a:t>!DOCTYPE html&gt;</a:t>
            </a:r>
            <a:endParaRPr sz="2800" lang="en-GB">
              <a:solidFill>
                <a:srgbClr val="000000"/>
              </a:solidFill>
            </a:endParaRPr>
          </a:p>
          <a:p>
            <a:r>
              <a:rPr altLang="en-GB" sz="2800" lang="en-US">
                <a:solidFill>
                  <a:srgbClr val="000000"/>
                </a:solidFill>
              </a:rPr>
              <a:t>&lt;html&gt;</a:t>
            </a:r>
            <a:endParaRPr sz="2800" lang="en-GB">
              <a:solidFill>
                <a:srgbClr val="000000"/>
              </a:solidFill>
            </a:endParaRPr>
          </a:p>
          <a:p>
            <a:r>
              <a:rPr altLang="en-GB" sz="2800" lang="en-US">
                <a:solidFill>
                  <a:srgbClr val="000000"/>
                </a:solidFill>
              </a:rPr>
              <a:t>&lt;head&gt;</a:t>
            </a:r>
            <a:endParaRPr sz="2800" lang="en-GB">
              <a:solidFill>
                <a:srgbClr val="000000"/>
              </a:solidFill>
            </a:endParaRPr>
          </a:p>
          <a:p>
            <a:r>
              <a:rPr altLang="en-GB" sz="2800" lang="en-US">
                <a:solidFill>
                  <a:srgbClr val="000000"/>
                </a:solidFill>
              </a:rPr>
              <a:t>  &lt;title&gt;HTML Label Example&lt;/title&gt;</a:t>
            </a:r>
            <a:endParaRPr sz="2800" lang="en-GB">
              <a:solidFill>
                <a:srgbClr val="000000"/>
              </a:solidFill>
            </a:endParaRPr>
          </a:p>
          <a:p>
            <a:r>
              <a:rPr altLang="en-GB" sz="2800" lang="en-US">
                <a:solidFill>
                  <a:srgbClr val="000000"/>
                </a:solidFill>
              </a:rPr>
              <a:t>&lt;/head&gt;</a:t>
            </a:r>
            <a:endParaRPr sz="2800" lang="en-GB">
              <a:solidFill>
                <a:srgbClr val="000000"/>
              </a:solidFill>
            </a:endParaRPr>
          </a:p>
          <a:p>
            <a:r>
              <a:rPr altLang="en-GB" sz="2800" lang="en-US">
                <a:solidFill>
                  <a:srgbClr val="000000"/>
                </a:solidFill>
              </a:rPr>
              <a:t>&lt;body&gt;</a:t>
            </a:r>
            <a:endParaRPr sz="2800" lang="en-GB">
              <a:solidFill>
                <a:srgbClr val="000000"/>
              </a:solidFill>
            </a:endParaRPr>
          </a:p>
          <a:p>
            <a:r>
              <a:rPr altLang="en-GB" sz="2800" lang="en-US">
                <a:solidFill>
                  <a:srgbClr val="000000"/>
                </a:solidFill>
              </a:rPr>
              <a:t>  &lt;h2&gt;Registration Form&lt;/h2&gt;</a:t>
            </a:r>
            <a:endParaRPr sz="2800" lang="en-GB">
              <a:solidFill>
                <a:srgbClr val="000000"/>
              </a:solidFill>
            </a:endParaRPr>
          </a:p>
          <a:p>
            <a:r>
              <a:rPr altLang="en-GB" sz="2800" lang="en-US">
                <a:solidFill>
                  <a:srgbClr val="000000"/>
                </a:solidFill>
              </a:rPr>
              <a:t>  &lt;form&gt;</a:t>
            </a:r>
            <a:endParaRPr sz="2800" lang="en-GB">
              <a:solidFill>
                <a:srgbClr val="000000"/>
              </a:solidFill>
            </a:endParaRPr>
          </a:p>
          <a:p>
            <a:r>
              <a:rPr altLang="en-GB" sz="2800" lang="en-US">
                <a:solidFill>
                  <a:srgbClr val="000000"/>
                </a:solidFill>
              </a:rPr>
              <a:t>    &lt;label for="name"&gt;Name:&lt;/label&gt;</a:t>
            </a:r>
            <a:endParaRPr sz="2800" lang="en-GB">
              <a:solidFill>
                <a:srgbClr val="000000"/>
              </a:solidFill>
            </a:endParaRPr>
          </a:p>
          <a:p>
            <a:r>
              <a:rPr altLang="en-GB" sz="2800" lang="en-US">
                <a:solidFill>
                  <a:srgbClr val="000000"/>
                </a:solidFill>
              </a:rPr>
              <a:t>    &lt;input type="text" id="name" name="name"&gt;&lt;br&gt;&lt;br&gt;</a:t>
            </a:r>
            <a:endParaRPr sz="2800" lang="en-GB">
              <a:solidFill>
                <a:srgbClr val="000000"/>
              </a:solidFill>
            </a:endParaRPr>
          </a:p>
          <a:p>
            <a:r>
              <a:rPr altLang="en-GB" sz="2800" lang="en-US">
                <a:solidFill>
                  <a:srgbClr val="000000"/>
                </a:solidFill>
              </a:rPr>
              <a:t>    &lt;label for="email"&gt;Email:&lt;/label&gt;</a:t>
            </a:r>
            <a:endParaRPr sz="2800" lang="en-GB">
              <a:solidFill>
                <a:srgbClr val="000000"/>
              </a:solidFill>
            </a:endParaRPr>
          </a:p>
          <a:p>
            <a:r>
              <a:rPr altLang="en-GB" sz="2800" lang="en-US">
                <a:solidFill>
                  <a:srgbClr val="000000"/>
                </a:solidFill>
              </a:rPr>
              <a:t>    &lt;input type="email" id="email" name="email"&gt;&lt;br&gt;&lt;br&gt;</a:t>
            </a:r>
            <a:endParaRPr sz="2800" lang="en-GB">
              <a:solidFill>
                <a:srgbClr val="000000"/>
              </a:solidFill>
            </a:endParaRPr>
          </a:p>
          <a:p>
            <a:r>
              <a:rPr altLang="en-GB" sz="2800" lang="en-US">
                <a:solidFill>
                  <a:srgbClr val="000000"/>
                </a:solidFill>
              </a:rPr>
              <a:t>    &lt;label for="password"&gt;Password:&lt;/label&gt;</a:t>
            </a:r>
            <a:endParaRPr sz="2800" lang="en-GB">
              <a:solidFill>
                <a:srgbClr val="000000"/>
              </a:solidFill>
            </a:endParaRPr>
          </a:p>
          <a:p>
            <a:r>
              <a:rPr altLang="en-GB" sz="2800" lang="en-US">
                <a:solidFill>
                  <a:srgbClr val="000000"/>
                </a:solidFill>
              </a:rPr>
              <a:t>    &lt;input type="password" id="password" name="password"&gt;&lt;br&gt;&lt;br&gt;</a:t>
            </a:r>
            <a:endParaRPr sz="2800" lang="en-GB">
              <a:solidFill>
                <a:srgbClr val="000000"/>
              </a:solidFill>
            </a:endParaRPr>
          </a:p>
          <a:p>
            <a:r>
              <a:rPr altLang="en-GB" sz="2800" lang="en-US">
                <a:solidFill>
                  <a:srgbClr val="000000"/>
                </a:solidFill>
              </a:rPr>
              <a:t>    &lt;input type="submit" value="Submit"&gt;</a:t>
            </a:r>
            <a:endParaRPr sz="2800" lang="en-GB">
              <a:solidFill>
                <a:srgbClr val="000000"/>
              </a:solidFill>
            </a:endParaRPr>
          </a:p>
          <a:p>
            <a:r>
              <a:rPr altLang="en-GB" sz="2800" lang="en-US">
                <a:solidFill>
                  <a:srgbClr val="000000"/>
                </a:solidFill>
              </a:rPr>
              <a:t>  &lt;/form&gt;</a:t>
            </a:r>
            <a:endParaRPr sz="2800" lang="en-GB">
              <a:solidFill>
                <a:srgbClr val="000000"/>
              </a:solidFill>
            </a:endParaRPr>
          </a:p>
          <a:p>
            <a:r>
              <a:rPr altLang="en-GB" sz="2800" lang="en-US">
                <a:solidFill>
                  <a:srgbClr val="000000"/>
                </a:solidFill>
              </a:rPr>
              <a:t>&lt;/body&gt;</a:t>
            </a:r>
            <a:endParaRPr sz="2800" lang="en-GB">
              <a:solidFill>
                <a:srgbClr val="000000"/>
              </a:solidFill>
            </a:endParaRPr>
          </a:p>
          <a:p>
            <a:r>
              <a:rPr altLang="en-GB" sz="2800" lang="en-US">
                <a:solidFill>
                  <a:srgbClr val="000000"/>
                </a:solidFill>
              </a:rPr>
              <a:t>&lt;/html&gt;</a:t>
            </a:r>
            <a:endParaRPr sz="2800" lang="en-GB">
              <a:solidFill>
                <a:srgbClr val="000000"/>
              </a:solidFill>
            </a:endParaRPr>
          </a:p>
        </p:txBody>
      </p:sp>
      <p:sp>
        <p:nvSpPr>
          <p:cNvPr id="1048649" name=""/>
          <p:cNvSpPr txBox="1"/>
          <p:nvPr/>
        </p:nvSpPr>
        <p:spPr>
          <a:xfrm>
            <a:off x="4096000" y="3219450"/>
            <a:ext cx="4000000" cy="510540"/>
          </a:xfrm>
          <a:prstGeom prst="rect"/>
        </p:spPr>
        <p:txBody>
          <a:bodyPr rtlCol="0" wrap="square">
            <a:spAutoFit/>
          </a:bodyPr>
          <a:p>
            <a:r>
              <a:rPr sz="2800" lang="en-GB">
                <a:solidFill>
                  <a:srgbClr val="000000"/>
                </a:solidFill>
              </a:rPr>
              <a:t/>
            </a:r>
            <a:endParaRPr sz="2800" lang="en-GB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0" name="Title 1"/>
          <p:cNvSpPr>
            <a:spLocks noGrp="1"/>
          </p:cNvSpPr>
          <p:nvPr>
            <p:ph type="title"/>
          </p:nvPr>
        </p:nvSpPr>
        <p:spPr>
          <a:xfrm>
            <a:off x="755332" y="385444"/>
            <a:ext cx="10681335" cy="723901"/>
          </a:xfrm>
        </p:spPr>
        <p:txBody>
          <a:bodyPr/>
          <a:p>
            <a:r>
              <a:rPr dirty="0" lang="en-IN"/>
              <a:t>FEATURES AND FUNCTIONALITY</a:t>
            </a:r>
          </a:p>
        </p:txBody>
      </p:sp>
      <p:sp>
        <p:nvSpPr>
          <p:cNvPr id="1048631" name=""/>
          <p:cNvSpPr txBox="1"/>
          <p:nvPr/>
        </p:nvSpPr>
        <p:spPr>
          <a:xfrm>
            <a:off x="3262118" y="1109345"/>
            <a:ext cx="5070283" cy="510540"/>
          </a:xfrm>
          <a:prstGeom prst="rect"/>
        </p:spPr>
        <p:txBody>
          <a:bodyPr rtlCol="0" wrap="square">
            <a:spAutoFit/>
          </a:bodyPr>
          <a:p>
            <a:endParaRPr sz="2800" lang="en-GB">
              <a:solidFill>
                <a:srgbClr val="000000"/>
              </a:solidFill>
            </a:endParaRPr>
          </a:p>
        </p:txBody>
      </p:sp>
      <p:sp>
        <p:nvSpPr>
          <p:cNvPr id="1048632" name=""/>
          <p:cNvSpPr txBox="1"/>
          <p:nvPr/>
        </p:nvSpPr>
        <p:spPr>
          <a:xfrm>
            <a:off x="4096000" y="3219450"/>
            <a:ext cx="4000000" cy="510540"/>
          </a:xfrm>
          <a:prstGeom prst="rect"/>
        </p:spPr>
        <p:txBody>
          <a:bodyPr rtlCol="0" wrap="square">
            <a:spAutoFit/>
          </a:bodyPr>
          <a:p>
            <a:r>
              <a:rPr sz="2800" lang="en-GB">
                <a:solidFill>
                  <a:srgbClr val="000000"/>
                </a:solidFill>
              </a:rPr>
              <a:t/>
            </a:r>
            <a:endParaRPr sz="2800" lang="en-GB">
              <a:solidFill>
                <a:srgbClr val="000000"/>
              </a:solidFill>
            </a:endParaRPr>
          </a:p>
        </p:txBody>
      </p:sp>
      <p:sp>
        <p:nvSpPr>
          <p:cNvPr id="1048633" name=""/>
          <p:cNvSpPr txBox="1"/>
          <p:nvPr/>
        </p:nvSpPr>
        <p:spPr>
          <a:xfrm>
            <a:off x="4096000" y="3219450"/>
            <a:ext cx="4000000" cy="510540"/>
          </a:xfrm>
          <a:prstGeom prst="rect"/>
        </p:spPr>
        <p:txBody>
          <a:bodyPr rtlCol="0" wrap="square">
            <a:spAutoFit/>
          </a:bodyPr>
          <a:p>
            <a:r>
              <a:rPr sz="2800" lang="en-GB">
                <a:solidFill>
                  <a:srgbClr val="000000"/>
                </a:solidFill>
              </a:rPr>
              <a:t/>
            </a:r>
            <a:endParaRPr sz="2800" lang="en-GB">
              <a:solidFill>
                <a:srgbClr val="000000"/>
              </a:solidFill>
            </a:endParaRPr>
          </a:p>
        </p:txBody>
      </p:sp>
      <p:sp>
        <p:nvSpPr>
          <p:cNvPr id="1048634" name=""/>
          <p:cNvSpPr txBox="1"/>
          <p:nvPr/>
        </p:nvSpPr>
        <p:spPr>
          <a:xfrm>
            <a:off x="4096000" y="3219450"/>
            <a:ext cx="4000000" cy="3025139"/>
          </a:xfrm>
          <a:prstGeom prst="rect"/>
        </p:spPr>
        <p:txBody>
          <a:bodyPr rtlCol="0" wrap="square">
            <a:spAutoFit/>
          </a:bodyPr>
          <a:p>
            <a:r>
              <a:rPr altLang="en-GB" sz="2800" lang="en-US">
                <a:solidFill>
                  <a:srgbClr val="000000"/>
                </a:solidFill>
              </a:rPr>
              <a:t>Used with input boxes, checkboxes, etc.</a:t>
            </a:r>
            <a:endParaRPr sz="2800" lang="en-GB">
              <a:solidFill>
                <a:srgbClr val="000000"/>
              </a:solidFill>
            </a:endParaRPr>
          </a:p>
          <a:p>
            <a:r>
              <a:rPr altLang="en-GB" sz="2800" lang="en-US">
                <a:solidFill>
                  <a:srgbClr val="000000"/>
                </a:solidFill>
              </a:rPr>
              <a:t>Makes text clickable.</a:t>
            </a:r>
            <a:endParaRPr sz="2800" lang="en-GB">
              <a:solidFill>
                <a:srgbClr val="000000"/>
              </a:solidFill>
            </a:endParaRPr>
          </a:p>
          <a:p>
            <a:r>
              <a:rPr altLang="en-GB" sz="2800" lang="en-US">
                <a:solidFill>
                  <a:srgbClr val="000000"/>
                </a:solidFill>
              </a:rPr>
              <a:t>Connects text to input.</a:t>
            </a:r>
            <a:endParaRPr sz="2800" lang="en-GB">
              <a:solidFill>
                <a:srgbClr val="000000"/>
              </a:solidFill>
            </a:endParaRPr>
          </a:p>
          <a:p>
            <a:r>
              <a:rPr altLang="en-GB" sz="2800" lang="en-US">
                <a:solidFill>
                  <a:srgbClr val="000000"/>
                </a:solidFill>
              </a:rPr>
              <a:t>Function</a:t>
            </a:r>
            <a:endParaRPr sz="2800" lang="en-GB">
              <a:solidFill>
                <a:srgbClr val="000000"/>
              </a:solidFill>
            </a:endParaRPr>
          </a:p>
          <a:p>
            <a:r>
              <a:rPr altLang="en-GB" sz="2800" lang="en-US">
                <a:solidFill>
                  <a:srgbClr val="000000"/>
                </a:solidFill>
              </a:rPr>
              <a:t>Clicking label selects or focuses the input.</a:t>
            </a:r>
            <a:endParaRPr sz="2800" lang="en-GB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5" name="object 2"/>
          <p:cNvSpPr txBox="1"/>
          <p:nvPr/>
        </p:nvSpPr>
        <p:spPr>
          <a:xfrm>
            <a:off x="752475" y="6486037"/>
            <a:ext cx="1773555" cy="166370"/>
          </a:xfrm>
          <a:prstGeom prst="rect"/>
        </p:spPr>
        <p:txBody>
          <a:bodyPr bIns="0" lIns="0" rIns="0" rtlCol="0" tIns="0" vert="horz" wrap="square">
            <a:spAutoFit/>
          </a:bodyPr>
          <a:p>
            <a:pPr>
              <a:lnSpc>
                <a:spcPts val="1275"/>
              </a:lnSpc>
            </a:pPr>
            <a:r>
              <a:rPr dirty="0" sz="1100" spc="20">
                <a:solidFill>
                  <a:srgbClr val="2D83C3"/>
                </a:solidFill>
                <a:latin typeface="Trebuchet MS"/>
                <a:cs typeface="Trebuchet MS"/>
              </a:rPr>
              <a:t>3/21/202</a:t>
            </a:r>
            <a:r>
              <a:rPr dirty="0" sz="1100" spc="10">
                <a:solidFill>
                  <a:srgbClr val="2D83C3"/>
                </a:solidFill>
                <a:latin typeface="Trebuchet MS"/>
                <a:cs typeface="Trebuchet MS"/>
              </a:rPr>
              <a:t>4</a:t>
            </a:r>
            <a:r>
              <a:rPr dirty="0" sz="1100">
                <a:solidFill>
                  <a:srgbClr val="2D83C3"/>
                </a:solidFill>
                <a:latin typeface="Trebuchet MS"/>
                <a:cs typeface="Trebuchet MS"/>
              </a:rPr>
              <a:t> </a:t>
            </a:r>
            <a:r>
              <a:rPr dirty="0" sz="1100" spc="130">
                <a:solidFill>
                  <a:srgbClr val="2D83C3"/>
                </a:solidFill>
                <a:latin typeface="Trebuchet MS"/>
                <a:cs typeface="Trebuchet MS"/>
              </a:rPr>
              <a:t> </a:t>
            </a:r>
            <a:r>
              <a:rPr b="1" dirty="0" sz="1100" spc="50">
                <a:solidFill>
                  <a:srgbClr val="2D83C3"/>
                </a:solidFill>
                <a:latin typeface="Trebuchet MS"/>
                <a:cs typeface="Trebuchet MS"/>
              </a:rPr>
              <a:t>A</a:t>
            </a:r>
            <a:r>
              <a:rPr b="1" dirty="0" sz="1100" spc="15">
                <a:solidFill>
                  <a:srgbClr val="2D83C3"/>
                </a:solidFill>
                <a:latin typeface="Trebuchet MS"/>
                <a:cs typeface="Trebuchet MS"/>
              </a:rPr>
              <a:t>nnu</a:t>
            </a:r>
            <a:r>
              <a:rPr b="1" dirty="0" sz="1100" spc="10">
                <a:solidFill>
                  <a:srgbClr val="2D83C3"/>
                </a:solidFill>
                <a:latin typeface="Trebuchet MS"/>
                <a:cs typeface="Trebuchet MS"/>
              </a:rPr>
              <a:t>al</a:t>
            </a:r>
            <a:r>
              <a:rPr b="1" dirty="0" sz="1100" spc="-140">
                <a:solidFill>
                  <a:srgbClr val="2D83C3"/>
                </a:solidFill>
                <a:latin typeface="Trebuchet MS"/>
                <a:cs typeface="Trebuchet MS"/>
              </a:rPr>
              <a:t> </a:t>
            </a:r>
            <a:r>
              <a:rPr b="1" dirty="0" sz="1100">
                <a:solidFill>
                  <a:srgbClr val="2D83C3"/>
                </a:solidFill>
                <a:latin typeface="Trebuchet MS"/>
                <a:cs typeface="Trebuchet MS"/>
              </a:rPr>
              <a:t>R</a:t>
            </a:r>
            <a:r>
              <a:rPr b="1" dirty="0" sz="1100" spc="35">
                <a:solidFill>
                  <a:srgbClr val="2D83C3"/>
                </a:solidFill>
                <a:latin typeface="Trebuchet MS"/>
                <a:cs typeface="Trebuchet MS"/>
              </a:rPr>
              <a:t>e</a:t>
            </a:r>
            <a:r>
              <a:rPr b="1" dirty="0" sz="1100" spc="90">
                <a:solidFill>
                  <a:srgbClr val="2D83C3"/>
                </a:solidFill>
                <a:latin typeface="Trebuchet MS"/>
                <a:cs typeface="Trebuchet MS"/>
              </a:rPr>
              <a:t>v</a:t>
            </a:r>
            <a:r>
              <a:rPr b="1" dirty="0" sz="1100" spc="-35">
                <a:solidFill>
                  <a:srgbClr val="2D83C3"/>
                </a:solidFill>
                <a:latin typeface="Trebuchet MS"/>
                <a:cs typeface="Trebuchet MS"/>
              </a:rPr>
              <a:t>i</a:t>
            </a:r>
            <a:r>
              <a:rPr b="1" dirty="0" sz="1100" spc="35">
                <a:solidFill>
                  <a:srgbClr val="2D83C3"/>
                </a:solidFill>
                <a:latin typeface="Trebuchet MS"/>
                <a:cs typeface="Trebuchet MS"/>
              </a:rPr>
              <a:t>e</a:t>
            </a:r>
            <a:r>
              <a:rPr b="1" dirty="0" sz="1100" spc="15">
                <a:solidFill>
                  <a:srgbClr val="2D83C3"/>
                </a:solidFill>
                <a:latin typeface="Trebuchet MS"/>
                <a:cs typeface="Trebuchet MS"/>
              </a:rPr>
              <a:t>w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1048596" name="object 3"/>
          <p:cNvSpPr/>
          <p:nvPr/>
        </p:nvSpPr>
        <p:spPr>
          <a:xfrm>
            <a:off x="9353550" y="5362575"/>
            <a:ext cx="457200" cy="457200"/>
          </a:xfrm>
          <a:custGeom>
            <a:avLst/>
            <a:ah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bIns="0" lIns="0" rIns="0" rtlCol="0" tIns="0" wrap="square"/>
          <a:p/>
        </p:txBody>
      </p:sp>
      <p:sp>
        <p:nvSpPr>
          <p:cNvPr id="1048597" name="object 4"/>
          <p:cNvSpPr/>
          <p:nvPr/>
        </p:nvSpPr>
        <p:spPr>
          <a:xfrm>
            <a:off x="6696075" y="1695450"/>
            <a:ext cx="314325" cy="323850"/>
          </a:xfrm>
          <a:custGeom>
            <a:avLst/>
            <a:ah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bIns="0" lIns="0" rIns="0" rtlCol="0" tIns="0" wrap="square"/>
          <a:p/>
        </p:txBody>
      </p:sp>
      <p:sp>
        <p:nvSpPr>
          <p:cNvPr id="1048598" name="object 5"/>
          <p:cNvSpPr/>
          <p:nvPr/>
        </p:nvSpPr>
        <p:spPr>
          <a:xfrm>
            <a:off x="9353550" y="5895975"/>
            <a:ext cx="180975" cy="180975"/>
          </a:xfrm>
          <a:custGeom>
            <a:avLst/>
            <a:ahLst/>
            <a:rect l="l" t="t" r="r" b="b"/>
            <a:pathLst>
              <a:path w="180975" h="180975">
                <a:moveTo>
                  <a:pt x="180975" y="0"/>
                </a:moveTo>
                <a:lnTo>
                  <a:pt x="0" y="0"/>
                </a:lnTo>
                <a:lnTo>
                  <a:pt x="0" y="180975"/>
                </a:lnTo>
                <a:lnTo>
                  <a:pt x="180975" y="180975"/>
                </a:lnTo>
                <a:lnTo>
                  <a:pt x="180975" y="0"/>
                </a:lnTo>
                <a:close/>
              </a:path>
            </a:pathLst>
          </a:custGeom>
          <a:solidFill>
            <a:srgbClr val="2D936B"/>
          </a:solidFill>
        </p:spPr>
        <p:txBody>
          <a:bodyPr bIns="0" lIns="0" rIns="0" rtlCol="0" tIns="0" wrap="square"/>
          <a:p/>
        </p:txBody>
      </p:sp>
      <p:sp>
        <p:nvSpPr>
          <p:cNvPr id="1048599" name="object 7"/>
          <p:cNvSpPr txBox="1">
            <a:spLocks noGrp="1"/>
          </p:cNvSpPr>
          <p:nvPr>
            <p:ph type="title"/>
          </p:nvPr>
        </p:nvSpPr>
        <p:spPr>
          <a:xfrm>
            <a:off x="739775" y="654938"/>
            <a:ext cx="8480425" cy="638810"/>
          </a:xfrm>
          <a:prstGeom prst="rect"/>
        </p:spPr>
        <p:txBody>
          <a:bodyPr bIns="0" lIns="0" rIns="0" rtlCol="0" tIns="16510" vert="horz" wrap="square">
            <a:spAutoFit/>
          </a:bodyPr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250" lang="en-IN" spc="15"/>
              <a:t>RESULTS AND SCREENSHOTS</a:t>
            </a:r>
            <a:endParaRPr dirty="0" sz="4250"/>
          </a:p>
        </p:txBody>
      </p:sp>
      <p:sp>
        <p:nvSpPr>
          <p:cNvPr id="1048600" name="object 8"/>
          <p:cNvSpPr txBox="1"/>
          <p:nvPr/>
        </p:nvSpPr>
        <p:spPr>
          <a:xfrm>
            <a:off x="11277218" y="6473337"/>
            <a:ext cx="228600" cy="191770"/>
          </a:xfrm>
          <a:prstGeom prst="rect"/>
        </p:spPr>
        <p:txBody>
          <a:bodyPr bIns="0" lIns="0" rIns="0" rtlCol="0" tIns="6985" vert="horz" wrap="square">
            <a:spAutoFit/>
          </a:bodyPr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z="1100" spc="10">
                <a:solidFill>
                  <a:srgbClr val="2D936B"/>
                </a:solidFill>
                <a:latin typeface="Trebuchet MS"/>
                <a:cs typeface="Trebuchet MS"/>
              </a:rPr>
              <a:t>10</a:t>
            </a:fld>
            <a:endParaRPr sz="1100">
              <a:latin typeface="Trebuchet MS"/>
              <a:cs typeface="Trebuchet MS"/>
            </a:endParaRPr>
          </a:p>
        </p:txBody>
      </p:sp>
      <p:sp>
        <p:nvSpPr>
          <p:cNvPr id="1048601" name=""/>
          <p:cNvSpPr txBox="1"/>
          <p:nvPr/>
        </p:nvSpPr>
        <p:spPr>
          <a:xfrm>
            <a:off x="4096000" y="3219450"/>
            <a:ext cx="4000000" cy="510540"/>
          </a:xfrm>
          <a:prstGeom prst="rect"/>
        </p:spPr>
        <p:txBody>
          <a:bodyPr rtlCol="0" wrap="square">
            <a:spAutoFit/>
          </a:bodyPr>
          <a:p>
            <a:r>
              <a:rPr sz="2800" lang="en-GB">
                <a:solidFill>
                  <a:srgbClr val="000000"/>
                </a:solidFill>
              </a:rPr>
              <a:t/>
            </a:r>
            <a:endParaRPr sz="2800" lang="en-GB">
              <a:solidFill>
                <a:srgbClr val="000000"/>
              </a:solidFill>
            </a:endParaRPr>
          </a:p>
        </p:txBody>
      </p:sp>
      <p:pic>
        <p:nvPicPr>
          <p:cNvPr id="2097152" name=""/>
          <p:cNvPicPr>
            <a:picLocks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 rot="0">
            <a:off x="538978" y="654937"/>
            <a:ext cx="2701732" cy="6858000"/>
          </a:xfrm>
          <a:prstGeom prst="rect"/>
        </p:spPr>
      </p:pic>
      <p:sp>
        <p:nvSpPr>
          <p:cNvPr id="1048602" name=""/>
          <p:cNvSpPr txBox="1"/>
          <p:nvPr/>
        </p:nvSpPr>
        <p:spPr>
          <a:xfrm>
            <a:off x="4096000" y="3219450"/>
            <a:ext cx="4000000" cy="510540"/>
          </a:xfrm>
          <a:prstGeom prst="rect"/>
        </p:spPr>
        <p:txBody>
          <a:bodyPr rtlCol="0" wrap="square">
            <a:spAutoFit/>
          </a:bodyPr>
          <a:p>
            <a:r>
              <a:rPr sz="2800" lang="en-GB">
                <a:solidFill>
                  <a:srgbClr val="000000"/>
                </a:solidFill>
              </a:rPr>
              <a:t/>
            </a:r>
            <a:endParaRPr sz="2800" lang="en-GB">
              <a:solidFill>
                <a:srgbClr val="000000"/>
              </a:solidFill>
            </a:endParaRPr>
          </a:p>
        </p:txBody>
      </p:sp>
      <p:sp>
        <p:nvSpPr>
          <p:cNvPr id="1048603" name=""/>
          <p:cNvSpPr txBox="1"/>
          <p:nvPr/>
        </p:nvSpPr>
        <p:spPr>
          <a:xfrm>
            <a:off x="4096000" y="3219450"/>
            <a:ext cx="4000000" cy="510540"/>
          </a:xfrm>
          <a:prstGeom prst="rect"/>
        </p:spPr>
        <p:txBody>
          <a:bodyPr rtlCol="0" wrap="square">
            <a:spAutoFit/>
          </a:bodyPr>
          <a:p>
            <a:r>
              <a:rPr sz="2800" lang="en-GB">
                <a:solidFill>
                  <a:srgbClr val="000000"/>
                </a:solidFill>
              </a:rPr>
              <a:t/>
            </a:r>
            <a:endParaRPr sz="2800" lang="en-GB">
              <a:solidFill>
                <a:srgbClr val="000000"/>
              </a:solidFill>
            </a:endParaRPr>
          </a:p>
        </p:txBody>
      </p:sp>
      <p:sp>
        <p:nvSpPr>
          <p:cNvPr id="1048604" name=""/>
          <p:cNvSpPr txBox="1"/>
          <p:nvPr/>
        </p:nvSpPr>
        <p:spPr>
          <a:xfrm>
            <a:off x="4096000" y="3219450"/>
            <a:ext cx="4000000" cy="510540"/>
          </a:xfrm>
          <a:prstGeom prst="rect"/>
        </p:spPr>
        <p:txBody>
          <a:bodyPr rtlCol="0" wrap="square">
            <a:spAutoFit/>
          </a:bodyPr>
          <a:p>
            <a:r>
              <a:rPr sz="2800" lang="en-GB">
                <a:solidFill>
                  <a:srgbClr val="000000"/>
                </a:solidFill>
              </a:rPr>
              <a:t/>
            </a:r>
            <a:endParaRPr sz="2800" lang="en-GB">
              <a:solidFill>
                <a:srgbClr val="000000"/>
              </a:solidFill>
            </a:endParaRPr>
          </a:p>
        </p:txBody>
      </p:sp>
      <p:sp>
        <p:nvSpPr>
          <p:cNvPr id="1048605" name=""/>
          <p:cNvSpPr txBox="1"/>
          <p:nvPr/>
        </p:nvSpPr>
        <p:spPr>
          <a:xfrm>
            <a:off x="4096000" y="3219450"/>
            <a:ext cx="4774988" cy="2606041"/>
          </a:xfrm>
          <a:prstGeom prst="rect"/>
        </p:spPr>
        <p:txBody>
          <a:bodyPr rtlCol="0" wrap="square">
            <a:spAutoFit/>
          </a:bodyPr>
          <a:p>
            <a:r>
              <a:rPr altLang="en-GB" sz="2800" lang="en-US">
                <a:solidFill>
                  <a:srgbClr val="000000"/>
                </a:solidFill>
              </a:rPr>
              <a:t>Result:</a:t>
            </a:r>
            <a:endParaRPr sz="2800" lang="en-GB">
              <a:solidFill>
                <a:srgbClr val="000000"/>
              </a:solidFill>
            </a:endParaRPr>
          </a:p>
          <a:p>
            <a:r>
              <a:rPr altLang="en-GB" sz="2800" lang="en-US">
                <a:solidFill>
                  <a:srgbClr val="000000"/>
                </a:solidFill>
              </a:rPr>
              <a:t>The HTML program successfully displays a simple registration form with properly associated &lt;label&gt; elements.</a:t>
            </a:r>
            <a:endParaRPr sz="2800" lang="en-GB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6" name=""/>
          <p:cNvSpPr>
            <a:spLocks noGrp="1"/>
          </p:cNvSpPr>
          <p:nvPr>
            <p:ph type="title"/>
          </p:nvPr>
        </p:nvSpPr>
        <p:spPr>
          <a:xfrm>
            <a:off x="-838890" y="0"/>
            <a:ext cx="10681335" cy="723901"/>
          </a:xfrm>
        </p:spPr>
        <p:txBody>
          <a:bodyPr/>
          <a:p>
            <a:endParaRPr lang="en-GB"/>
          </a:p>
        </p:txBody>
      </p:sp>
      <p:sp>
        <p:nvSpPr>
          <p:cNvPr id="1048627" name="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GB"/>
          </a:p>
        </p:txBody>
      </p:sp>
      <p:sp>
        <p:nvSpPr>
          <p:cNvPr id="1048628" name=""/>
          <p:cNvSpPr txBox="1"/>
          <p:nvPr/>
        </p:nvSpPr>
        <p:spPr>
          <a:xfrm>
            <a:off x="609600" y="1577339"/>
            <a:ext cx="2660005" cy="510540"/>
          </a:xfrm>
          <a:prstGeom prst="rect"/>
        </p:spPr>
        <p:txBody>
          <a:bodyPr rtlCol="0" wrap="square">
            <a:spAutoFit/>
          </a:bodyPr>
          <a:p>
            <a:r>
              <a:rPr altLang="en-GB" sz="2800" lang="en-US">
                <a:solidFill>
                  <a:srgbClr val="000000"/>
                </a:solidFill>
              </a:rPr>
              <a:t>C</a:t>
            </a:r>
            <a:r>
              <a:rPr altLang="en-GB" sz="2800" lang="en-US">
                <a:solidFill>
                  <a:srgbClr val="000000"/>
                </a:solidFill>
              </a:rPr>
              <a:t>O</a:t>
            </a:r>
            <a:r>
              <a:rPr altLang="en-GB" sz="2800" lang="en-US">
                <a:solidFill>
                  <a:srgbClr val="000000"/>
                </a:solidFill>
              </a:rPr>
              <a:t>N</a:t>
            </a:r>
            <a:r>
              <a:rPr altLang="en-GB" sz="2800" lang="en-US">
                <a:solidFill>
                  <a:srgbClr val="000000"/>
                </a:solidFill>
              </a:rPr>
              <a:t>C</a:t>
            </a:r>
            <a:r>
              <a:rPr altLang="en-GB" sz="2800" lang="en-US">
                <a:solidFill>
                  <a:srgbClr val="000000"/>
                </a:solidFill>
              </a:rPr>
              <a:t>LUSION </a:t>
            </a:r>
            <a:endParaRPr sz="2800" lang="en-GB">
              <a:solidFill>
                <a:srgbClr val="000000"/>
              </a:solidFill>
            </a:endParaRPr>
          </a:p>
        </p:txBody>
      </p:sp>
      <p:sp>
        <p:nvSpPr>
          <p:cNvPr id="1048629" name=""/>
          <p:cNvSpPr txBox="1"/>
          <p:nvPr/>
        </p:nvSpPr>
        <p:spPr>
          <a:xfrm>
            <a:off x="4096000" y="3219450"/>
            <a:ext cx="4000000" cy="4282439"/>
          </a:xfrm>
          <a:prstGeom prst="rect"/>
        </p:spPr>
        <p:txBody>
          <a:bodyPr rtlCol="0" wrap="square">
            <a:spAutoFit/>
          </a:bodyPr>
          <a:p>
            <a:r>
              <a:rPr altLang="en-GB" sz="2800" lang="en-US">
                <a:solidFill>
                  <a:srgbClr val="000000"/>
                </a:solidFill>
              </a:rPr>
              <a:t>Simple Conclusion:</a:t>
            </a:r>
            <a:endParaRPr sz="2800" lang="en-GB">
              <a:solidFill>
                <a:srgbClr val="000000"/>
              </a:solidFill>
            </a:endParaRPr>
          </a:p>
          <a:p>
            <a:r>
              <a:rPr altLang="en-GB" sz="2800" lang="en-US">
                <a:solidFill>
                  <a:srgbClr val="000000"/>
                </a:solidFill>
              </a:rPr>
              <a:t>HTML labels help users know what to enter in forms. They make forms easier to use and help everyone, including people using screen readers.</a:t>
            </a:r>
            <a:endParaRPr sz="2800" lang="en-GB">
              <a:solidFill>
                <a:srgbClr val="000000"/>
              </a:solidFill>
            </a:endParaRPr>
          </a:p>
          <a:p>
            <a:endParaRPr sz="2800" lang="en-GB">
              <a:solidFill>
                <a:srgbClr val="000000"/>
              </a:solidFill>
            </a:endParaRPr>
          </a:p>
          <a:p>
            <a:endParaRPr sz="2800" lang="en-GB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Office PowerPoint</Application>
  <ScaleCrop>0</ScaleCrop>
  <LinksUpToDate>0</LinksUpToDate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Face Mask Detection using Convolutional Neural Network (CNN)  </dc:title>
  <dc:creator>Konduru Narasimha</dc:creator>
  <cp:lastModifiedBy>Nanthini Mohan</cp:lastModifiedBy>
  <dcterms:created xsi:type="dcterms:W3CDTF">2024-03-22T18:07:22Z</dcterms:created>
  <dcterms:modified xsi:type="dcterms:W3CDTF">2025-09-12T06:10:58Z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2024-03-21T00:00:00Z</vt:filetime>
  </property>
  <property fmtid="{D5CDD505-2E9C-101B-9397-08002B2CF9AE}" pid="3" name="LastSaved">
    <vt:filetime>2024-03-29T00:00:00Z</vt:filetime>
  </property>
  <property fmtid="{D5CDD505-2E9C-101B-9397-08002B2CF9AE}" pid="4" name="ICV">
    <vt:lpwstr>952d497bee19494ebd852d0aa514ec15</vt:lpwstr>
  </property>
</Properties>
</file>